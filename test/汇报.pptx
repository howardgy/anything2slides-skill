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435" r:id="rId5"/>
    <p:sldId id="444" r:id="rId6"/>
    <p:sldId id="462" r:id="rId7"/>
    <p:sldId id="452" r:id="rId8"/>
    <p:sldId id="440" r:id="rId9"/>
    <p:sldId id="442" r:id="rId10"/>
    <p:sldId id="460" r:id="rId11"/>
    <p:sldId id="459" r:id="rId12"/>
    <p:sldId id="461" r:id="rId13"/>
    <p:sldId id="463" r:id="rId14"/>
    <p:sldId id="436" r:id="rId15"/>
  </p:sldIdLst>
  <p:sldSz cx="9144000" cy="6858000" type="screen4x3"/>
  <p:notesSz cx="6858000" cy="9144000"/>
  <p:custDataLst>
    <p:tags r:id="rId19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7" userDrawn="1">
          <p15:clr>
            <a:srgbClr val="A4A3A4"/>
          </p15:clr>
        </p15:guide>
        <p15:guide id="2" pos="29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79F57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0F6F106-9E81-47B8-B2FE-B682DEDF5226}" styleName="表样式 1 25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chemeClr val="accent1"/>
              </a:solidFill>
            </a:ln>
          </a:left>
          <a:right>
            <a:ln w="9525" cmpd="sng">
              <a:solidFill>
                <a:schemeClr val="accent1"/>
              </a:solidFill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 w="9525" cmpd="sng">
              <a:solidFill>
                <a:schemeClr val="accent1"/>
              </a:solidFill>
            </a:ln>
          </a:left>
          <a:right>
            <a:ln w="9525" cmpd="sng">
              <a:solidFill>
                <a:schemeClr val="accent1"/>
              </a:solidFill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band2V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left>
          <a:right>
            <a:ln w="9525" cmpd="sng">
              <a:solidFill>
                <a:schemeClr val="accent1"/>
              </a:solidFill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/>
              </a:solidFill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</a:ln>
          </a:left>
          <a:right>
            <a:ln w="9525" cmpd="sng">
              <a:solidFill>
                <a:schemeClr val="accent1"/>
              </a:solidFill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 w="9525" cmpd="sng">
              <a:solidFill>
                <a:schemeClr val="accent1"/>
              </a:solidFill>
            </a:ln>
          </a:left>
          <a:right>
            <a:ln w="9525" cmpd="sng">
              <a:solidFill>
                <a:schemeClr val="accent1"/>
              </a:solidFill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1327"/>
    <p:restoredTop sz="86442"/>
  </p:normalViewPr>
  <p:slideViewPr>
    <p:cSldViewPr showGuides="1">
      <p:cViewPr varScale="1">
        <p:scale>
          <a:sx n="86" d="100"/>
          <a:sy n="86" d="100"/>
        </p:scale>
        <p:origin x="1308" y="88"/>
      </p:cViewPr>
      <p:guideLst>
        <p:guide orient="horz" pos="2257"/>
        <p:guide pos="2919"/>
      </p:guideLst>
    </p:cSldViewPr>
  </p:slideViewPr>
  <p:outlineViewPr>
    <p:cViewPr>
      <p:scale>
        <a:sx n="66" d="100"/>
        <a:sy n="66" d="100"/>
      </p:scale>
      <p:origin x="0" y="-809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9306BE-D849-4733-8DA7-F00AD98C8C54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42C087B-BD77-4646-9F8C-CA78B3F35A6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256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r>
              <a:rPr lang="zh-CN" altLang="en-US" dirty="0"/>
              <a:t>核对</a:t>
            </a:r>
            <a:endParaRPr lang="zh-CN" altLang="zh-CN" dirty="0"/>
          </a:p>
          <a:p>
            <a:pPr lvl="0"/>
            <a:endParaRPr lang="zh-CN" altLang="en-US" dirty="0"/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r>
              <a:rPr lang="zh-CN" altLang="en-US" dirty="0"/>
              <a:t>核对</a:t>
            </a:r>
            <a:endParaRPr lang="zh-CN" altLang="zh-CN" dirty="0"/>
          </a:p>
          <a:p>
            <a:pPr lvl="0"/>
            <a:endParaRPr lang="zh-CN" altLang="en-US" dirty="0"/>
          </a:p>
        </p:txBody>
      </p:sp>
      <p:sp>
        <p:nvSpPr>
          <p:cNvPr id="297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r>
              <a:rPr lang="zh-CN" altLang="en-US" dirty="0"/>
              <a:t>核对</a:t>
            </a:r>
            <a:endParaRPr lang="zh-CN" altLang="zh-CN" dirty="0"/>
          </a:p>
          <a:p>
            <a:pPr lvl="0"/>
            <a:endParaRPr lang="zh-CN" altLang="en-US" dirty="0"/>
          </a:p>
        </p:txBody>
      </p:sp>
      <p:sp>
        <p:nvSpPr>
          <p:cNvPr id="297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r>
              <a:rPr lang="zh-CN" altLang="en-US" dirty="0"/>
              <a:t>核对</a:t>
            </a:r>
            <a:endParaRPr lang="zh-CN" altLang="zh-CN" dirty="0"/>
          </a:p>
          <a:p>
            <a:pPr lvl="0"/>
            <a:endParaRPr lang="zh-CN" altLang="en-US" dirty="0"/>
          </a:p>
        </p:txBody>
      </p:sp>
      <p:sp>
        <p:nvSpPr>
          <p:cNvPr id="337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r>
              <a:rPr lang="zh-CN" altLang="en-US" dirty="0"/>
              <a:t>核对</a:t>
            </a:r>
            <a:endParaRPr lang="zh-CN" altLang="zh-CN" dirty="0"/>
          </a:p>
          <a:p>
            <a:pPr lvl="0"/>
            <a:endParaRPr lang="zh-CN" altLang="en-US" dirty="0"/>
          </a:p>
        </p:txBody>
      </p:sp>
      <p:sp>
        <p:nvSpPr>
          <p:cNvPr id="337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358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" descr="底图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1" name="组合 7"/>
          <p:cNvGrpSpPr/>
          <p:nvPr userDrawn="1"/>
        </p:nvGrpSpPr>
        <p:grpSpPr>
          <a:xfrm>
            <a:off x="509588" y="6381750"/>
            <a:ext cx="8526462" cy="287338"/>
            <a:chOff x="467544" y="6237312"/>
            <a:chExt cx="8527479" cy="286510"/>
          </a:xfrm>
        </p:grpSpPr>
        <p:pic>
          <p:nvPicPr>
            <p:cNvPr id="2054" name="Picture 3" descr="logo（去空格）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092280" y="6237312"/>
              <a:ext cx="1902743" cy="286510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10" name="直接连接符 9"/>
            <p:cNvCxnSpPr/>
            <p:nvPr/>
          </p:nvCxnSpPr>
          <p:spPr>
            <a:xfrm>
              <a:off x="467544" y="6395605"/>
              <a:ext cx="6480948" cy="0"/>
            </a:xfrm>
            <a:prstGeom prst="line">
              <a:avLst/>
            </a:prstGeom>
            <a:ln w="127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B4EC9E-BA1D-44B9-A9B0-045D0A22ABA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729A68-D78D-4BDF-8FDB-674A765D94D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ut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075" name="Picture 7" descr="底图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5288" y="0"/>
            <a:ext cx="8424862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076" name="组合 8"/>
          <p:cNvGrpSpPr/>
          <p:nvPr userDrawn="1"/>
        </p:nvGrpSpPr>
        <p:grpSpPr>
          <a:xfrm>
            <a:off x="539750" y="6381750"/>
            <a:ext cx="8135938" cy="287338"/>
            <a:chOff x="857149" y="6237312"/>
            <a:chExt cx="8137874" cy="286510"/>
          </a:xfrm>
        </p:grpSpPr>
        <p:pic>
          <p:nvPicPr>
            <p:cNvPr id="3082" name="Picture 3" descr="logo（去空格）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092280" y="6237312"/>
              <a:ext cx="1902743" cy="286510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11" name="直接连接符 10"/>
            <p:cNvCxnSpPr/>
            <p:nvPr/>
          </p:nvCxnSpPr>
          <p:spPr>
            <a:xfrm>
              <a:off x="857149" y="6395605"/>
              <a:ext cx="6091099" cy="0"/>
            </a:xfrm>
            <a:prstGeom prst="line">
              <a:avLst/>
            </a:prstGeom>
            <a:ln w="127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E934ABD-904B-4B45-A651-580FCAD161F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1E21996-2C6F-457A-83CE-A9BF272A1AF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u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6"/>
          <p:cNvGrpSpPr/>
          <p:nvPr userDrawn="1"/>
        </p:nvGrpSpPr>
        <p:grpSpPr>
          <a:xfrm>
            <a:off x="323850" y="6308725"/>
            <a:ext cx="8526463" cy="287338"/>
            <a:chOff x="467544" y="6237312"/>
            <a:chExt cx="8527479" cy="286510"/>
          </a:xfrm>
        </p:grpSpPr>
        <p:pic>
          <p:nvPicPr>
            <p:cNvPr id="4101" name="Picture 3" descr="logo（去空格）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092280" y="6237312"/>
              <a:ext cx="1902743" cy="286510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9" name="直接连接符 8"/>
            <p:cNvCxnSpPr/>
            <p:nvPr/>
          </p:nvCxnSpPr>
          <p:spPr>
            <a:xfrm>
              <a:off x="467544" y="6395605"/>
              <a:ext cx="6480947" cy="0"/>
            </a:xfrm>
            <a:prstGeom prst="line">
              <a:avLst/>
            </a:prstGeom>
            <a:ln w="127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B4EC9E-BA1D-44B9-A9B0-045D0A22ABA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729A68-D78D-4BDF-8FDB-674A765D94D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ut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组合 6"/>
          <p:cNvGrpSpPr/>
          <p:nvPr userDrawn="1"/>
        </p:nvGrpSpPr>
        <p:grpSpPr>
          <a:xfrm>
            <a:off x="250825" y="6342063"/>
            <a:ext cx="8572500" cy="287337"/>
            <a:chOff x="-1624529" y="6252350"/>
            <a:chExt cx="8573020" cy="286510"/>
          </a:xfrm>
        </p:grpSpPr>
        <p:pic>
          <p:nvPicPr>
            <p:cNvPr id="5131" name="Picture 3" descr="logo（去空格）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-1624529" y="6252350"/>
              <a:ext cx="1902743" cy="286510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9" name="直接连接符 8"/>
            <p:cNvCxnSpPr/>
            <p:nvPr/>
          </p:nvCxnSpPr>
          <p:spPr>
            <a:xfrm>
              <a:off x="467923" y="6396396"/>
              <a:ext cx="6480568" cy="0"/>
            </a:xfrm>
            <a:prstGeom prst="line">
              <a:avLst/>
            </a:prstGeom>
            <a:ln w="127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/>
        </p:nvSpPr>
        <p:spPr bwMode="auto">
          <a:xfrm>
            <a:off x="0" y="-30955"/>
            <a:ext cx="9144000" cy="719999"/>
          </a:xfrm>
          <a:prstGeom prst="rect">
            <a:avLst/>
          </a:prstGeom>
          <a:gradFill flip="none" rotWithShape="1">
            <a:gsLst>
              <a:gs pos="33000">
                <a:schemeClr val="accent6">
                  <a:lumMod val="75000"/>
                </a:schemeClr>
              </a:gs>
              <a:gs pos="3000">
                <a:schemeClr val="accent6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anchor="ctr"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126" name="组合 7"/>
          <p:cNvGrpSpPr/>
          <p:nvPr userDrawn="1"/>
        </p:nvGrpSpPr>
        <p:grpSpPr>
          <a:xfrm>
            <a:off x="8172450" y="30163"/>
            <a:ext cx="841375" cy="661987"/>
            <a:chOff x="190806" y="69270"/>
            <a:chExt cx="975130" cy="767442"/>
          </a:xfrm>
        </p:grpSpPr>
        <p:pic>
          <p:nvPicPr>
            <p:cNvPr id="512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1520" y="69270"/>
              <a:ext cx="792088" cy="57661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30" name="图片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0806" y="647270"/>
              <a:ext cx="975130" cy="18944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B4EC9E-BA1D-44B9-A9B0-045D0A22ABA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729A68-D78D-4BDF-8FDB-674A765D94D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ut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组合 6"/>
          <p:cNvGrpSpPr/>
          <p:nvPr userDrawn="1"/>
        </p:nvGrpSpPr>
        <p:grpSpPr>
          <a:xfrm>
            <a:off x="323850" y="6308725"/>
            <a:ext cx="8526463" cy="287338"/>
            <a:chOff x="467544" y="6237312"/>
            <a:chExt cx="8527479" cy="286510"/>
          </a:xfrm>
        </p:grpSpPr>
        <p:pic>
          <p:nvPicPr>
            <p:cNvPr id="6150" name="Picture 3" descr="logo（去空格）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092280" y="6237312"/>
              <a:ext cx="1902743" cy="286510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9" name="直接连接符 8"/>
            <p:cNvCxnSpPr/>
            <p:nvPr/>
          </p:nvCxnSpPr>
          <p:spPr>
            <a:xfrm>
              <a:off x="467544" y="6395605"/>
              <a:ext cx="6480947" cy="0"/>
            </a:xfrm>
            <a:prstGeom prst="line">
              <a:avLst/>
            </a:prstGeom>
            <a:ln w="127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pic>
        <p:nvPicPr>
          <p:cNvPr id="10" name="Picture 2" descr="门诊大堂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979F94"/>
              </a:clrFrom>
              <a:clrTo>
                <a:srgbClr val="979F94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-252535" y="1556792"/>
            <a:ext cx="9577063" cy="30963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B4EC9E-BA1D-44B9-A9B0-045D0A22ABA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729A68-D78D-4BDF-8FDB-674A765D94D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ut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组合 7"/>
          <p:cNvGrpSpPr/>
          <p:nvPr userDrawn="1"/>
        </p:nvGrpSpPr>
        <p:grpSpPr>
          <a:xfrm>
            <a:off x="539750" y="620713"/>
            <a:ext cx="2016125" cy="1589087"/>
            <a:chOff x="190806" y="69270"/>
            <a:chExt cx="975130" cy="767442"/>
          </a:xfrm>
        </p:grpSpPr>
        <p:pic>
          <p:nvPicPr>
            <p:cNvPr id="7173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20" y="69270"/>
              <a:ext cx="792088" cy="57661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174" name="图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0806" y="647270"/>
              <a:ext cx="975130" cy="18944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B4EC9E-BA1D-44B9-A9B0-045D0A22ABA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729A68-D78D-4BDF-8FDB-674A765D94D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ut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B4EC9E-BA1D-44B9-A9B0-045D0A22ABA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729A68-D78D-4BDF-8FDB-674A765D94D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ut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B4EC9E-BA1D-44B9-A9B0-045D0A22ABA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729A68-D78D-4BDF-8FDB-674A765D94D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ut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B4EC9E-BA1D-44B9-A9B0-045D0A22ABA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729A68-D78D-4BDF-8FDB-674A765D94D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ut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B4EC9E-BA1D-44B9-A9B0-045D0A22ABA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729A68-D78D-4BDF-8FDB-674A765D94D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ut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B4EC9E-BA1D-44B9-A9B0-045D0A22ABA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729A68-D78D-4BDF-8FDB-674A765D94D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ut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B4EC9E-BA1D-44B9-A9B0-045D0A22ABA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729A68-D78D-4BDF-8FDB-674A765D94D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ut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B4EC9E-BA1D-44B9-A9B0-045D0A22ABA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729A68-D78D-4BDF-8FDB-674A765D94D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ut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B4EC9E-BA1D-44B9-A9B0-045D0A22ABA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729A68-D78D-4BDF-8FDB-674A765D94D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ut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 flipH="1">
            <a:off x="1187450" y="0"/>
            <a:ext cx="7937500" cy="6858000"/>
          </a:xfrm>
          <a:custGeom>
            <a:avLst/>
            <a:gdLst>
              <a:gd name="connsiteX0" fmla="*/ 0 w 8223180"/>
              <a:gd name="connsiteY0" fmla="*/ 0 h 6858000"/>
              <a:gd name="connsiteX1" fmla="*/ 8223180 w 8223180"/>
              <a:gd name="connsiteY1" fmla="*/ 0 h 6858000"/>
              <a:gd name="connsiteX2" fmla="*/ 8051006 w 8223180"/>
              <a:gd name="connsiteY2" fmla="*/ 510853 h 6858000"/>
              <a:gd name="connsiteX3" fmla="*/ 7086600 w 8223180"/>
              <a:gd name="connsiteY3" fmla="*/ 1962150 h 6858000"/>
              <a:gd name="connsiteX4" fmla="*/ 4114800 w 8223180"/>
              <a:gd name="connsiteY4" fmla="*/ 3352800 h 6858000"/>
              <a:gd name="connsiteX5" fmla="*/ 2781300 w 8223180"/>
              <a:gd name="connsiteY5" fmla="*/ 5848350 h 6858000"/>
              <a:gd name="connsiteX6" fmla="*/ 2000474 w 8223180"/>
              <a:gd name="connsiteY6" fmla="*/ 6809668 h 6858000"/>
              <a:gd name="connsiteX7" fmla="*/ 1947086 w 8223180"/>
              <a:gd name="connsiteY7" fmla="*/ 6858000 h 6858000"/>
              <a:gd name="connsiteX8" fmla="*/ 0 w 822318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3180" h="6858000">
                <a:moveTo>
                  <a:pt x="0" y="0"/>
                </a:moveTo>
                <a:lnTo>
                  <a:pt x="8223180" y="0"/>
                </a:lnTo>
                <a:lnTo>
                  <a:pt x="8051006" y="510853"/>
                </a:lnTo>
                <a:cubicBezTo>
                  <a:pt x="7858125" y="1036141"/>
                  <a:pt x="7600950" y="1540669"/>
                  <a:pt x="7086600" y="1962150"/>
                </a:cubicBezTo>
                <a:cubicBezTo>
                  <a:pt x="6400800" y="2524125"/>
                  <a:pt x="4832350" y="2705100"/>
                  <a:pt x="4114800" y="3352800"/>
                </a:cubicBezTo>
                <a:cubicBezTo>
                  <a:pt x="3397250" y="4000500"/>
                  <a:pt x="3149600" y="5257800"/>
                  <a:pt x="2781300" y="5848350"/>
                </a:cubicBezTo>
                <a:cubicBezTo>
                  <a:pt x="2459038" y="6365082"/>
                  <a:pt x="2224286" y="6604695"/>
                  <a:pt x="2000474" y="6809668"/>
                </a:cubicBezTo>
                <a:lnTo>
                  <a:pt x="194708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FEFEFF"/>
              </a:gs>
              <a:gs pos="100000">
                <a:srgbClr val="E5EDFF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ea"/>
              <a:sym typeface="Century Gothic" panose="020B0502020202020204" pitchFamily="34" charset="0"/>
            </a:endParaRPr>
          </a:p>
        </p:txBody>
      </p:sp>
      <p:pic>
        <p:nvPicPr>
          <p:cNvPr id="8195" name="Picture 6" descr="logo（去空格）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9388" y="6381750"/>
            <a:ext cx="2052637" cy="307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B4EC9E-BA1D-44B9-A9B0-045D0A22ABA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729A68-D78D-4BDF-8FDB-674A765D94D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ut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 flipV="1">
            <a:off x="0" y="0"/>
            <a:ext cx="7380288" cy="6858000"/>
          </a:xfrm>
          <a:custGeom>
            <a:avLst/>
            <a:gdLst>
              <a:gd name="connsiteX0" fmla="*/ 0 w 8223180"/>
              <a:gd name="connsiteY0" fmla="*/ 0 h 6858000"/>
              <a:gd name="connsiteX1" fmla="*/ 8223180 w 8223180"/>
              <a:gd name="connsiteY1" fmla="*/ 0 h 6858000"/>
              <a:gd name="connsiteX2" fmla="*/ 8051006 w 8223180"/>
              <a:gd name="connsiteY2" fmla="*/ 510853 h 6858000"/>
              <a:gd name="connsiteX3" fmla="*/ 7086600 w 8223180"/>
              <a:gd name="connsiteY3" fmla="*/ 1962150 h 6858000"/>
              <a:gd name="connsiteX4" fmla="*/ 4114800 w 8223180"/>
              <a:gd name="connsiteY4" fmla="*/ 3352800 h 6858000"/>
              <a:gd name="connsiteX5" fmla="*/ 2781300 w 8223180"/>
              <a:gd name="connsiteY5" fmla="*/ 5848350 h 6858000"/>
              <a:gd name="connsiteX6" fmla="*/ 2000474 w 8223180"/>
              <a:gd name="connsiteY6" fmla="*/ 6809668 h 6858000"/>
              <a:gd name="connsiteX7" fmla="*/ 1947086 w 8223180"/>
              <a:gd name="connsiteY7" fmla="*/ 6858000 h 6858000"/>
              <a:gd name="connsiteX8" fmla="*/ 0 w 822318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3180" h="6858000">
                <a:moveTo>
                  <a:pt x="0" y="0"/>
                </a:moveTo>
                <a:lnTo>
                  <a:pt x="8223180" y="0"/>
                </a:lnTo>
                <a:lnTo>
                  <a:pt x="8051006" y="510853"/>
                </a:lnTo>
                <a:cubicBezTo>
                  <a:pt x="7858125" y="1036141"/>
                  <a:pt x="7600950" y="1540669"/>
                  <a:pt x="7086600" y="1962150"/>
                </a:cubicBezTo>
                <a:cubicBezTo>
                  <a:pt x="6400800" y="2524125"/>
                  <a:pt x="4832350" y="2705100"/>
                  <a:pt x="4114800" y="3352800"/>
                </a:cubicBezTo>
                <a:cubicBezTo>
                  <a:pt x="3397250" y="4000500"/>
                  <a:pt x="3149600" y="5257800"/>
                  <a:pt x="2781300" y="5848350"/>
                </a:cubicBezTo>
                <a:cubicBezTo>
                  <a:pt x="2459038" y="6365082"/>
                  <a:pt x="2224286" y="6604695"/>
                  <a:pt x="2000474" y="6809668"/>
                </a:cubicBezTo>
                <a:lnTo>
                  <a:pt x="194708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FEFEFF"/>
              </a:gs>
              <a:gs pos="100000">
                <a:srgbClr val="E5EDFF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ea"/>
              <a:sym typeface="Century Gothic" panose="020B0502020202020204" pitchFamily="34" charset="0"/>
            </a:endParaRPr>
          </a:p>
        </p:txBody>
      </p:sp>
      <p:pic>
        <p:nvPicPr>
          <p:cNvPr id="9219" name="Picture 6" descr="logo（去空格）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9388" y="6381750"/>
            <a:ext cx="2052637" cy="307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0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6512" y="822325"/>
            <a:ext cx="9180512" cy="6019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1" name="Picture 6" descr="logo（去空格）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2875" y="6453188"/>
            <a:ext cx="2052638" cy="307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B4EC9E-BA1D-44B9-A9B0-045D0A22ABA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729A68-D78D-4BDF-8FDB-674A765D94D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ut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 flipV="1">
            <a:off x="0" y="0"/>
            <a:ext cx="7380288" cy="6858000"/>
          </a:xfrm>
          <a:custGeom>
            <a:avLst/>
            <a:gdLst>
              <a:gd name="connsiteX0" fmla="*/ 0 w 8223180"/>
              <a:gd name="connsiteY0" fmla="*/ 0 h 6858000"/>
              <a:gd name="connsiteX1" fmla="*/ 8223180 w 8223180"/>
              <a:gd name="connsiteY1" fmla="*/ 0 h 6858000"/>
              <a:gd name="connsiteX2" fmla="*/ 8051006 w 8223180"/>
              <a:gd name="connsiteY2" fmla="*/ 510853 h 6858000"/>
              <a:gd name="connsiteX3" fmla="*/ 7086600 w 8223180"/>
              <a:gd name="connsiteY3" fmla="*/ 1962150 h 6858000"/>
              <a:gd name="connsiteX4" fmla="*/ 4114800 w 8223180"/>
              <a:gd name="connsiteY4" fmla="*/ 3352800 h 6858000"/>
              <a:gd name="connsiteX5" fmla="*/ 2781300 w 8223180"/>
              <a:gd name="connsiteY5" fmla="*/ 5848350 h 6858000"/>
              <a:gd name="connsiteX6" fmla="*/ 2000474 w 8223180"/>
              <a:gd name="connsiteY6" fmla="*/ 6809668 h 6858000"/>
              <a:gd name="connsiteX7" fmla="*/ 1947086 w 8223180"/>
              <a:gd name="connsiteY7" fmla="*/ 6858000 h 6858000"/>
              <a:gd name="connsiteX8" fmla="*/ 0 w 822318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3180" h="6858000">
                <a:moveTo>
                  <a:pt x="0" y="0"/>
                </a:moveTo>
                <a:lnTo>
                  <a:pt x="8223180" y="0"/>
                </a:lnTo>
                <a:lnTo>
                  <a:pt x="8051006" y="510853"/>
                </a:lnTo>
                <a:cubicBezTo>
                  <a:pt x="7858125" y="1036141"/>
                  <a:pt x="7600950" y="1540669"/>
                  <a:pt x="7086600" y="1962150"/>
                </a:cubicBezTo>
                <a:cubicBezTo>
                  <a:pt x="6400800" y="2524125"/>
                  <a:pt x="4832350" y="2705100"/>
                  <a:pt x="4114800" y="3352800"/>
                </a:cubicBezTo>
                <a:cubicBezTo>
                  <a:pt x="3397250" y="4000500"/>
                  <a:pt x="3149600" y="5257800"/>
                  <a:pt x="2781300" y="5848350"/>
                </a:cubicBezTo>
                <a:cubicBezTo>
                  <a:pt x="2459038" y="6365082"/>
                  <a:pt x="2224286" y="6604695"/>
                  <a:pt x="2000474" y="6809668"/>
                </a:cubicBezTo>
                <a:lnTo>
                  <a:pt x="194708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FEFEFF"/>
              </a:gs>
              <a:gs pos="100000">
                <a:srgbClr val="E5EDFF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ea"/>
              <a:sym typeface="Century Gothic" panose="020B0502020202020204" pitchFamily="34" charset="0"/>
            </a:endParaRPr>
          </a:p>
        </p:txBody>
      </p:sp>
      <p:pic>
        <p:nvPicPr>
          <p:cNvPr id="10243" name="Picture 6" descr="logo（去空格）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9388" y="6381750"/>
            <a:ext cx="2052637" cy="307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4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6512" y="822325"/>
            <a:ext cx="9180512" cy="6019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5" name="Picture 6" descr="logo（去空格）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2875" y="6453188"/>
            <a:ext cx="2052638" cy="307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B4EC9E-BA1D-44B9-A9B0-045D0A22ABA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729A68-D78D-4BDF-8FDB-674A765D94D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ut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 flipH="1">
            <a:off x="1187450" y="0"/>
            <a:ext cx="7937500" cy="6858000"/>
          </a:xfrm>
          <a:custGeom>
            <a:avLst/>
            <a:gdLst>
              <a:gd name="connsiteX0" fmla="*/ 0 w 8223180"/>
              <a:gd name="connsiteY0" fmla="*/ 0 h 6858000"/>
              <a:gd name="connsiteX1" fmla="*/ 8223180 w 8223180"/>
              <a:gd name="connsiteY1" fmla="*/ 0 h 6858000"/>
              <a:gd name="connsiteX2" fmla="*/ 8051006 w 8223180"/>
              <a:gd name="connsiteY2" fmla="*/ 510853 h 6858000"/>
              <a:gd name="connsiteX3" fmla="*/ 7086600 w 8223180"/>
              <a:gd name="connsiteY3" fmla="*/ 1962150 h 6858000"/>
              <a:gd name="connsiteX4" fmla="*/ 4114800 w 8223180"/>
              <a:gd name="connsiteY4" fmla="*/ 3352800 h 6858000"/>
              <a:gd name="connsiteX5" fmla="*/ 2781300 w 8223180"/>
              <a:gd name="connsiteY5" fmla="*/ 5848350 h 6858000"/>
              <a:gd name="connsiteX6" fmla="*/ 2000474 w 8223180"/>
              <a:gd name="connsiteY6" fmla="*/ 6809668 h 6858000"/>
              <a:gd name="connsiteX7" fmla="*/ 1947086 w 8223180"/>
              <a:gd name="connsiteY7" fmla="*/ 6858000 h 6858000"/>
              <a:gd name="connsiteX8" fmla="*/ 0 w 822318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3180" h="6858000">
                <a:moveTo>
                  <a:pt x="0" y="0"/>
                </a:moveTo>
                <a:lnTo>
                  <a:pt x="8223180" y="0"/>
                </a:lnTo>
                <a:lnTo>
                  <a:pt x="8051006" y="510853"/>
                </a:lnTo>
                <a:cubicBezTo>
                  <a:pt x="7858125" y="1036141"/>
                  <a:pt x="7600950" y="1540669"/>
                  <a:pt x="7086600" y="1962150"/>
                </a:cubicBezTo>
                <a:cubicBezTo>
                  <a:pt x="6400800" y="2524125"/>
                  <a:pt x="4832350" y="2705100"/>
                  <a:pt x="4114800" y="3352800"/>
                </a:cubicBezTo>
                <a:cubicBezTo>
                  <a:pt x="3397250" y="4000500"/>
                  <a:pt x="3149600" y="5257800"/>
                  <a:pt x="2781300" y="5848350"/>
                </a:cubicBezTo>
                <a:cubicBezTo>
                  <a:pt x="2459038" y="6365082"/>
                  <a:pt x="2224286" y="6604695"/>
                  <a:pt x="2000474" y="6809668"/>
                </a:cubicBezTo>
                <a:lnTo>
                  <a:pt x="194708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FEFEFF"/>
              </a:gs>
              <a:gs pos="100000">
                <a:srgbClr val="E5EDFF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ea"/>
              <a:sym typeface="Century Gothic" panose="020B0502020202020204" pitchFamily="34" charset="0"/>
            </a:endParaRPr>
          </a:p>
        </p:txBody>
      </p:sp>
      <p:pic>
        <p:nvPicPr>
          <p:cNvPr id="11267" name="Picture 6" descr="logo（去空格）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9388" y="6381750"/>
            <a:ext cx="2052637" cy="307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B4EC9E-BA1D-44B9-A9B0-045D0A22ABA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729A68-D78D-4BDF-8FDB-674A765D94D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ut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 flipH="1">
            <a:off x="1187450" y="0"/>
            <a:ext cx="7937500" cy="6858000"/>
          </a:xfrm>
          <a:custGeom>
            <a:avLst/>
            <a:gdLst>
              <a:gd name="connsiteX0" fmla="*/ 0 w 8223180"/>
              <a:gd name="connsiteY0" fmla="*/ 0 h 6858000"/>
              <a:gd name="connsiteX1" fmla="*/ 8223180 w 8223180"/>
              <a:gd name="connsiteY1" fmla="*/ 0 h 6858000"/>
              <a:gd name="connsiteX2" fmla="*/ 8051006 w 8223180"/>
              <a:gd name="connsiteY2" fmla="*/ 510853 h 6858000"/>
              <a:gd name="connsiteX3" fmla="*/ 7086600 w 8223180"/>
              <a:gd name="connsiteY3" fmla="*/ 1962150 h 6858000"/>
              <a:gd name="connsiteX4" fmla="*/ 4114800 w 8223180"/>
              <a:gd name="connsiteY4" fmla="*/ 3352800 h 6858000"/>
              <a:gd name="connsiteX5" fmla="*/ 2781300 w 8223180"/>
              <a:gd name="connsiteY5" fmla="*/ 5848350 h 6858000"/>
              <a:gd name="connsiteX6" fmla="*/ 2000474 w 8223180"/>
              <a:gd name="connsiteY6" fmla="*/ 6809668 h 6858000"/>
              <a:gd name="connsiteX7" fmla="*/ 1947086 w 8223180"/>
              <a:gd name="connsiteY7" fmla="*/ 6858000 h 6858000"/>
              <a:gd name="connsiteX8" fmla="*/ 0 w 822318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3180" h="6858000">
                <a:moveTo>
                  <a:pt x="0" y="0"/>
                </a:moveTo>
                <a:lnTo>
                  <a:pt x="8223180" y="0"/>
                </a:lnTo>
                <a:lnTo>
                  <a:pt x="8051006" y="510853"/>
                </a:lnTo>
                <a:cubicBezTo>
                  <a:pt x="7858125" y="1036141"/>
                  <a:pt x="7600950" y="1540669"/>
                  <a:pt x="7086600" y="1962150"/>
                </a:cubicBezTo>
                <a:cubicBezTo>
                  <a:pt x="6400800" y="2524125"/>
                  <a:pt x="4832350" y="2705100"/>
                  <a:pt x="4114800" y="3352800"/>
                </a:cubicBezTo>
                <a:cubicBezTo>
                  <a:pt x="3397250" y="4000500"/>
                  <a:pt x="3149600" y="5257800"/>
                  <a:pt x="2781300" y="5848350"/>
                </a:cubicBezTo>
                <a:cubicBezTo>
                  <a:pt x="2459038" y="6365082"/>
                  <a:pt x="2224286" y="6604695"/>
                  <a:pt x="2000474" y="6809668"/>
                </a:cubicBezTo>
                <a:lnTo>
                  <a:pt x="194708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FEFEFF"/>
              </a:gs>
              <a:gs pos="100000">
                <a:srgbClr val="E5EDFF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ea"/>
              <a:sym typeface="Century Gothic" panose="020B0502020202020204" pitchFamily="34" charset="0"/>
            </a:endParaRPr>
          </a:p>
        </p:txBody>
      </p:sp>
      <p:pic>
        <p:nvPicPr>
          <p:cNvPr id="12291" name="Picture 6" descr="logo（去空格）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0825" y="6165850"/>
            <a:ext cx="2052638" cy="307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矩形 8"/>
          <p:cNvSpPr/>
          <p:nvPr/>
        </p:nvSpPr>
        <p:spPr bwMode="auto">
          <a:xfrm>
            <a:off x="12700" y="765175"/>
            <a:ext cx="9144000" cy="69215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anchor="ctr"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B4EC9E-BA1D-44B9-A9B0-045D0A22ABA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729A68-D78D-4BDF-8FDB-674A765D94D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ut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 flipH="1">
            <a:off x="1187450" y="0"/>
            <a:ext cx="7937500" cy="6858000"/>
          </a:xfrm>
          <a:custGeom>
            <a:avLst/>
            <a:gdLst>
              <a:gd name="connsiteX0" fmla="*/ 0 w 8223180"/>
              <a:gd name="connsiteY0" fmla="*/ 0 h 6858000"/>
              <a:gd name="connsiteX1" fmla="*/ 8223180 w 8223180"/>
              <a:gd name="connsiteY1" fmla="*/ 0 h 6858000"/>
              <a:gd name="connsiteX2" fmla="*/ 8051006 w 8223180"/>
              <a:gd name="connsiteY2" fmla="*/ 510853 h 6858000"/>
              <a:gd name="connsiteX3" fmla="*/ 7086600 w 8223180"/>
              <a:gd name="connsiteY3" fmla="*/ 1962150 h 6858000"/>
              <a:gd name="connsiteX4" fmla="*/ 4114800 w 8223180"/>
              <a:gd name="connsiteY4" fmla="*/ 3352800 h 6858000"/>
              <a:gd name="connsiteX5" fmla="*/ 2781300 w 8223180"/>
              <a:gd name="connsiteY5" fmla="*/ 5848350 h 6858000"/>
              <a:gd name="connsiteX6" fmla="*/ 2000474 w 8223180"/>
              <a:gd name="connsiteY6" fmla="*/ 6809668 h 6858000"/>
              <a:gd name="connsiteX7" fmla="*/ 1947086 w 8223180"/>
              <a:gd name="connsiteY7" fmla="*/ 6858000 h 6858000"/>
              <a:gd name="connsiteX8" fmla="*/ 0 w 822318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3180" h="6858000">
                <a:moveTo>
                  <a:pt x="0" y="0"/>
                </a:moveTo>
                <a:lnTo>
                  <a:pt x="8223180" y="0"/>
                </a:lnTo>
                <a:lnTo>
                  <a:pt x="8051006" y="510853"/>
                </a:lnTo>
                <a:cubicBezTo>
                  <a:pt x="7858125" y="1036141"/>
                  <a:pt x="7600950" y="1540669"/>
                  <a:pt x="7086600" y="1962150"/>
                </a:cubicBezTo>
                <a:cubicBezTo>
                  <a:pt x="6400800" y="2524125"/>
                  <a:pt x="4832350" y="2705100"/>
                  <a:pt x="4114800" y="3352800"/>
                </a:cubicBezTo>
                <a:cubicBezTo>
                  <a:pt x="3397250" y="4000500"/>
                  <a:pt x="3149600" y="5257800"/>
                  <a:pt x="2781300" y="5848350"/>
                </a:cubicBezTo>
                <a:cubicBezTo>
                  <a:pt x="2459038" y="6365082"/>
                  <a:pt x="2224286" y="6604695"/>
                  <a:pt x="2000474" y="6809668"/>
                </a:cubicBezTo>
                <a:lnTo>
                  <a:pt x="194708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FEFEFF"/>
              </a:gs>
              <a:gs pos="100000">
                <a:srgbClr val="E5EDFF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ea"/>
              <a:sym typeface="Century Gothic" panose="020B0502020202020204" pitchFamily="34" charset="0"/>
            </a:endParaRPr>
          </a:p>
        </p:txBody>
      </p:sp>
      <p:pic>
        <p:nvPicPr>
          <p:cNvPr id="13315" name="Picture 6" descr="logo（去空格）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9388" y="6381750"/>
            <a:ext cx="2052637" cy="307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B4EC9E-BA1D-44B9-A9B0-045D0A22ABA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729A68-D78D-4BDF-8FDB-674A765D94D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ut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 flipH="1" flipV="1">
            <a:off x="1355725" y="0"/>
            <a:ext cx="7788275" cy="6858000"/>
          </a:xfrm>
          <a:custGeom>
            <a:avLst/>
            <a:gdLst>
              <a:gd name="connsiteX0" fmla="*/ 0 w 8223180"/>
              <a:gd name="connsiteY0" fmla="*/ 0 h 6858000"/>
              <a:gd name="connsiteX1" fmla="*/ 8223180 w 8223180"/>
              <a:gd name="connsiteY1" fmla="*/ 0 h 6858000"/>
              <a:gd name="connsiteX2" fmla="*/ 8051006 w 8223180"/>
              <a:gd name="connsiteY2" fmla="*/ 510853 h 6858000"/>
              <a:gd name="connsiteX3" fmla="*/ 7086600 w 8223180"/>
              <a:gd name="connsiteY3" fmla="*/ 1962150 h 6858000"/>
              <a:gd name="connsiteX4" fmla="*/ 4114800 w 8223180"/>
              <a:gd name="connsiteY4" fmla="*/ 3352800 h 6858000"/>
              <a:gd name="connsiteX5" fmla="*/ 2781300 w 8223180"/>
              <a:gd name="connsiteY5" fmla="*/ 5848350 h 6858000"/>
              <a:gd name="connsiteX6" fmla="*/ 2000474 w 8223180"/>
              <a:gd name="connsiteY6" fmla="*/ 6809668 h 6858000"/>
              <a:gd name="connsiteX7" fmla="*/ 1947086 w 8223180"/>
              <a:gd name="connsiteY7" fmla="*/ 6858000 h 6858000"/>
              <a:gd name="connsiteX8" fmla="*/ 0 w 822318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3180" h="6858000">
                <a:moveTo>
                  <a:pt x="0" y="0"/>
                </a:moveTo>
                <a:lnTo>
                  <a:pt x="8223180" y="0"/>
                </a:lnTo>
                <a:lnTo>
                  <a:pt x="8051006" y="510853"/>
                </a:lnTo>
                <a:cubicBezTo>
                  <a:pt x="7858125" y="1036141"/>
                  <a:pt x="7600950" y="1540669"/>
                  <a:pt x="7086600" y="1962150"/>
                </a:cubicBezTo>
                <a:cubicBezTo>
                  <a:pt x="6400800" y="2524125"/>
                  <a:pt x="4832350" y="2705100"/>
                  <a:pt x="4114800" y="3352800"/>
                </a:cubicBezTo>
                <a:cubicBezTo>
                  <a:pt x="3397250" y="4000500"/>
                  <a:pt x="3149600" y="5257800"/>
                  <a:pt x="2781300" y="5848350"/>
                </a:cubicBezTo>
                <a:cubicBezTo>
                  <a:pt x="2459038" y="6365082"/>
                  <a:pt x="2224286" y="6604695"/>
                  <a:pt x="2000474" y="6809668"/>
                </a:cubicBezTo>
                <a:lnTo>
                  <a:pt x="194708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FEFEFF"/>
              </a:gs>
              <a:gs pos="100000">
                <a:srgbClr val="E5EDFF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ea"/>
              <a:sym typeface="Century Gothic" panose="020B0502020202020204" pitchFamily="34" charset="0"/>
            </a:endParaRPr>
          </a:p>
        </p:txBody>
      </p:sp>
      <p:pic>
        <p:nvPicPr>
          <p:cNvPr id="14339" name="Picture 6" descr="logo（去空格）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9388" y="6381750"/>
            <a:ext cx="2052637" cy="307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B4EC9E-BA1D-44B9-A9B0-045D0A22ABA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729A68-D78D-4BDF-8FDB-674A765D94D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ut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 flipH="1" flipV="1">
            <a:off x="1355725" y="0"/>
            <a:ext cx="7788275" cy="6858000"/>
          </a:xfrm>
          <a:custGeom>
            <a:avLst/>
            <a:gdLst>
              <a:gd name="connsiteX0" fmla="*/ 0 w 8223180"/>
              <a:gd name="connsiteY0" fmla="*/ 0 h 6858000"/>
              <a:gd name="connsiteX1" fmla="*/ 8223180 w 8223180"/>
              <a:gd name="connsiteY1" fmla="*/ 0 h 6858000"/>
              <a:gd name="connsiteX2" fmla="*/ 8051006 w 8223180"/>
              <a:gd name="connsiteY2" fmla="*/ 510853 h 6858000"/>
              <a:gd name="connsiteX3" fmla="*/ 7086600 w 8223180"/>
              <a:gd name="connsiteY3" fmla="*/ 1962150 h 6858000"/>
              <a:gd name="connsiteX4" fmla="*/ 4114800 w 8223180"/>
              <a:gd name="connsiteY4" fmla="*/ 3352800 h 6858000"/>
              <a:gd name="connsiteX5" fmla="*/ 2781300 w 8223180"/>
              <a:gd name="connsiteY5" fmla="*/ 5848350 h 6858000"/>
              <a:gd name="connsiteX6" fmla="*/ 2000474 w 8223180"/>
              <a:gd name="connsiteY6" fmla="*/ 6809668 h 6858000"/>
              <a:gd name="connsiteX7" fmla="*/ 1947086 w 8223180"/>
              <a:gd name="connsiteY7" fmla="*/ 6858000 h 6858000"/>
              <a:gd name="connsiteX8" fmla="*/ 0 w 822318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3180" h="6858000">
                <a:moveTo>
                  <a:pt x="0" y="0"/>
                </a:moveTo>
                <a:lnTo>
                  <a:pt x="8223180" y="0"/>
                </a:lnTo>
                <a:lnTo>
                  <a:pt x="8051006" y="510853"/>
                </a:lnTo>
                <a:cubicBezTo>
                  <a:pt x="7858125" y="1036141"/>
                  <a:pt x="7600950" y="1540669"/>
                  <a:pt x="7086600" y="1962150"/>
                </a:cubicBezTo>
                <a:cubicBezTo>
                  <a:pt x="6400800" y="2524125"/>
                  <a:pt x="4832350" y="2705100"/>
                  <a:pt x="4114800" y="3352800"/>
                </a:cubicBezTo>
                <a:cubicBezTo>
                  <a:pt x="3397250" y="4000500"/>
                  <a:pt x="3149600" y="5257800"/>
                  <a:pt x="2781300" y="5848350"/>
                </a:cubicBezTo>
                <a:cubicBezTo>
                  <a:pt x="2459038" y="6365082"/>
                  <a:pt x="2224286" y="6604695"/>
                  <a:pt x="2000474" y="6809668"/>
                </a:cubicBezTo>
                <a:lnTo>
                  <a:pt x="194708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FEFEFF"/>
              </a:gs>
              <a:gs pos="100000">
                <a:srgbClr val="E5EDFF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ea"/>
              <a:sym typeface="Century Gothic" panose="020B0502020202020204" pitchFamily="34" charset="0"/>
            </a:endParaRPr>
          </a:p>
        </p:txBody>
      </p:sp>
      <p:pic>
        <p:nvPicPr>
          <p:cNvPr id="15363" name="Picture 6" descr="logo（去空格）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9388" y="6381750"/>
            <a:ext cx="2052637" cy="307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B4EC9E-BA1D-44B9-A9B0-045D0A22ABA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729A68-D78D-4BDF-8FDB-674A765D94D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ut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 flipH="1" flipV="1">
            <a:off x="1355725" y="0"/>
            <a:ext cx="7788275" cy="6858000"/>
          </a:xfrm>
          <a:custGeom>
            <a:avLst/>
            <a:gdLst>
              <a:gd name="connsiteX0" fmla="*/ 0 w 8223180"/>
              <a:gd name="connsiteY0" fmla="*/ 0 h 6858000"/>
              <a:gd name="connsiteX1" fmla="*/ 8223180 w 8223180"/>
              <a:gd name="connsiteY1" fmla="*/ 0 h 6858000"/>
              <a:gd name="connsiteX2" fmla="*/ 8051006 w 8223180"/>
              <a:gd name="connsiteY2" fmla="*/ 510853 h 6858000"/>
              <a:gd name="connsiteX3" fmla="*/ 7086600 w 8223180"/>
              <a:gd name="connsiteY3" fmla="*/ 1962150 h 6858000"/>
              <a:gd name="connsiteX4" fmla="*/ 4114800 w 8223180"/>
              <a:gd name="connsiteY4" fmla="*/ 3352800 h 6858000"/>
              <a:gd name="connsiteX5" fmla="*/ 2781300 w 8223180"/>
              <a:gd name="connsiteY5" fmla="*/ 5848350 h 6858000"/>
              <a:gd name="connsiteX6" fmla="*/ 2000474 w 8223180"/>
              <a:gd name="connsiteY6" fmla="*/ 6809668 h 6858000"/>
              <a:gd name="connsiteX7" fmla="*/ 1947086 w 8223180"/>
              <a:gd name="connsiteY7" fmla="*/ 6858000 h 6858000"/>
              <a:gd name="connsiteX8" fmla="*/ 0 w 822318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3180" h="6858000">
                <a:moveTo>
                  <a:pt x="0" y="0"/>
                </a:moveTo>
                <a:lnTo>
                  <a:pt x="8223180" y="0"/>
                </a:lnTo>
                <a:lnTo>
                  <a:pt x="8051006" y="510853"/>
                </a:lnTo>
                <a:cubicBezTo>
                  <a:pt x="7858125" y="1036141"/>
                  <a:pt x="7600950" y="1540669"/>
                  <a:pt x="7086600" y="1962150"/>
                </a:cubicBezTo>
                <a:cubicBezTo>
                  <a:pt x="6400800" y="2524125"/>
                  <a:pt x="4832350" y="2705100"/>
                  <a:pt x="4114800" y="3352800"/>
                </a:cubicBezTo>
                <a:cubicBezTo>
                  <a:pt x="3397250" y="4000500"/>
                  <a:pt x="3149600" y="5257800"/>
                  <a:pt x="2781300" y="5848350"/>
                </a:cubicBezTo>
                <a:cubicBezTo>
                  <a:pt x="2459038" y="6365082"/>
                  <a:pt x="2224286" y="6604695"/>
                  <a:pt x="2000474" y="6809668"/>
                </a:cubicBezTo>
                <a:lnTo>
                  <a:pt x="194708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FEFEFF"/>
              </a:gs>
              <a:gs pos="100000">
                <a:srgbClr val="E5EDFF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ea"/>
              <a:sym typeface="Century Gothic" panose="020B0502020202020204" pitchFamily="34" charset="0"/>
            </a:endParaRPr>
          </a:p>
        </p:txBody>
      </p:sp>
      <p:pic>
        <p:nvPicPr>
          <p:cNvPr id="16387" name="Picture 6" descr="logo（去空格）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9388" y="6381750"/>
            <a:ext cx="2052637" cy="307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B4EC9E-BA1D-44B9-A9B0-045D0A22ABA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729A68-D78D-4BDF-8FDB-674A765D94D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ut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 flipH="1" flipV="1">
            <a:off x="1355725" y="0"/>
            <a:ext cx="7788275" cy="6858000"/>
          </a:xfrm>
          <a:custGeom>
            <a:avLst/>
            <a:gdLst>
              <a:gd name="connsiteX0" fmla="*/ 0 w 8223180"/>
              <a:gd name="connsiteY0" fmla="*/ 0 h 6858000"/>
              <a:gd name="connsiteX1" fmla="*/ 8223180 w 8223180"/>
              <a:gd name="connsiteY1" fmla="*/ 0 h 6858000"/>
              <a:gd name="connsiteX2" fmla="*/ 8051006 w 8223180"/>
              <a:gd name="connsiteY2" fmla="*/ 510853 h 6858000"/>
              <a:gd name="connsiteX3" fmla="*/ 7086600 w 8223180"/>
              <a:gd name="connsiteY3" fmla="*/ 1962150 h 6858000"/>
              <a:gd name="connsiteX4" fmla="*/ 4114800 w 8223180"/>
              <a:gd name="connsiteY4" fmla="*/ 3352800 h 6858000"/>
              <a:gd name="connsiteX5" fmla="*/ 2781300 w 8223180"/>
              <a:gd name="connsiteY5" fmla="*/ 5848350 h 6858000"/>
              <a:gd name="connsiteX6" fmla="*/ 2000474 w 8223180"/>
              <a:gd name="connsiteY6" fmla="*/ 6809668 h 6858000"/>
              <a:gd name="connsiteX7" fmla="*/ 1947086 w 8223180"/>
              <a:gd name="connsiteY7" fmla="*/ 6858000 h 6858000"/>
              <a:gd name="connsiteX8" fmla="*/ 0 w 822318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3180" h="6858000">
                <a:moveTo>
                  <a:pt x="0" y="0"/>
                </a:moveTo>
                <a:lnTo>
                  <a:pt x="8223180" y="0"/>
                </a:lnTo>
                <a:lnTo>
                  <a:pt x="8051006" y="510853"/>
                </a:lnTo>
                <a:cubicBezTo>
                  <a:pt x="7858125" y="1036141"/>
                  <a:pt x="7600950" y="1540669"/>
                  <a:pt x="7086600" y="1962150"/>
                </a:cubicBezTo>
                <a:cubicBezTo>
                  <a:pt x="6400800" y="2524125"/>
                  <a:pt x="4832350" y="2705100"/>
                  <a:pt x="4114800" y="3352800"/>
                </a:cubicBezTo>
                <a:cubicBezTo>
                  <a:pt x="3397250" y="4000500"/>
                  <a:pt x="3149600" y="5257800"/>
                  <a:pt x="2781300" y="5848350"/>
                </a:cubicBezTo>
                <a:cubicBezTo>
                  <a:pt x="2459038" y="6365082"/>
                  <a:pt x="2224286" y="6604695"/>
                  <a:pt x="2000474" y="6809668"/>
                </a:cubicBezTo>
                <a:lnTo>
                  <a:pt x="194708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FEFEFF"/>
              </a:gs>
              <a:gs pos="100000">
                <a:srgbClr val="E5EDFF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ea"/>
              <a:sym typeface="Century Gothic" panose="020B0502020202020204" pitchFamily="34" charset="0"/>
            </a:endParaRPr>
          </a:p>
        </p:txBody>
      </p:sp>
      <p:pic>
        <p:nvPicPr>
          <p:cNvPr id="17411" name="Picture 6" descr="logo（去空格）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9388" y="6381750"/>
            <a:ext cx="2052637" cy="307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B4EC9E-BA1D-44B9-A9B0-045D0A22ABA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729A68-D78D-4BDF-8FDB-674A765D94D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ut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 flipV="1">
            <a:off x="0" y="0"/>
            <a:ext cx="7380288" cy="6858000"/>
          </a:xfrm>
          <a:custGeom>
            <a:avLst/>
            <a:gdLst>
              <a:gd name="connsiteX0" fmla="*/ 0 w 8223180"/>
              <a:gd name="connsiteY0" fmla="*/ 0 h 6858000"/>
              <a:gd name="connsiteX1" fmla="*/ 8223180 w 8223180"/>
              <a:gd name="connsiteY1" fmla="*/ 0 h 6858000"/>
              <a:gd name="connsiteX2" fmla="*/ 8051006 w 8223180"/>
              <a:gd name="connsiteY2" fmla="*/ 510853 h 6858000"/>
              <a:gd name="connsiteX3" fmla="*/ 7086600 w 8223180"/>
              <a:gd name="connsiteY3" fmla="*/ 1962150 h 6858000"/>
              <a:gd name="connsiteX4" fmla="*/ 4114800 w 8223180"/>
              <a:gd name="connsiteY4" fmla="*/ 3352800 h 6858000"/>
              <a:gd name="connsiteX5" fmla="*/ 2781300 w 8223180"/>
              <a:gd name="connsiteY5" fmla="*/ 5848350 h 6858000"/>
              <a:gd name="connsiteX6" fmla="*/ 2000474 w 8223180"/>
              <a:gd name="connsiteY6" fmla="*/ 6809668 h 6858000"/>
              <a:gd name="connsiteX7" fmla="*/ 1947086 w 8223180"/>
              <a:gd name="connsiteY7" fmla="*/ 6858000 h 6858000"/>
              <a:gd name="connsiteX8" fmla="*/ 0 w 822318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3180" h="6858000">
                <a:moveTo>
                  <a:pt x="0" y="0"/>
                </a:moveTo>
                <a:lnTo>
                  <a:pt x="8223180" y="0"/>
                </a:lnTo>
                <a:lnTo>
                  <a:pt x="8051006" y="510853"/>
                </a:lnTo>
                <a:cubicBezTo>
                  <a:pt x="7858125" y="1036141"/>
                  <a:pt x="7600950" y="1540669"/>
                  <a:pt x="7086600" y="1962150"/>
                </a:cubicBezTo>
                <a:cubicBezTo>
                  <a:pt x="6400800" y="2524125"/>
                  <a:pt x="4832350" y="2705100"/>
                  <a:pt x="4114800" y="3352800"/>
                </a:cubicBezTo>
                <a:cubicBezTo>
                  <a:pt x="3397250" y="4000500"/>
                  <a:pt x="3149600" y="5257800"/>
                  <a:pt x="2781300" y="5848350"/>
                </a:cubicBezTo>
                <a:cubicBezTo>
                  <a:pt x="2459038" y="6365082"/>
                  <a:pt x="2224286" y="6604695"/>
                  <a:pt x="2000474" y="6809668"/>
                </a:cubicBezTo>
                <a:lnTo>
                  <a:pt x="194708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FEFEFF"/>
              </a:gs>
              <a:gs pos="100000">
                <a:srgbClr val="E5EDFF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ea"/>
              <a:sym typeface="Century Gothic" panose="020B0502020202020204" pitchFamily="34" charset="0"/>
            </a:endParaRPr>
          </a:p>
        </p:txBody>
      </p:sp>
      <p:pic>
        <p:nvPicPr>
          <p:cNvPr id="18435" name="Picture 6" descr="logo（去空格）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9388" y="6381750"/>
            <a:ext cx="2052637" cy="307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36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6512" y="822325"/>
            <a:ext cx="9180512" cy="6019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37" name="Picture 6" descr="logo（去空格）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2875" y="6453188"/>
            <a:ext cx="2052638" cy="307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B4EC9E-BA1D-44B9-A9B0-045D0A22ABA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729A68-D78D-4BDF-8FDB-674A765D94D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ut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18A38E-029B-4465-87B8-42605C341BD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ut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 flipV="1">
            <a:off x="0" y="0"/>
            <a:ext cx="7380288" cy="6858000"/>
          </a:xfrm>
          <a:custGeom>
            <a:avLst/>
            <a:gdLst>
              <a:gd name="connsiteX0" fmla="*/ 0 w 8223180"/>
              <a:gd name="connsiteY0" fmla="*/ 0 h 6858000"/>
              <a:gd name="connsiteX1" fmla="*/ 8223180 w 8223180"/>
              <a:gd name="connsiteY1" fmla="*/ 0 h 6858000"/>
              <a:gd name="connsiteX2" fmla="*/ 8051006 w 8223180"/>
              <a:gd name="connsiteY2" fmla="*/ 510853 h 6858000"/>
              <a:gd name="connsiteX3" fmla="*/ 7086600 w 8223180"/>
              <a:gd name="connsiteY3" fmla="*/ 1962150 h 6858000"/>
              <a:gd name="connsiteX4" fmla="*/ 4114800 w 8223180"/>
              <a:gd name="connsiteY4" fmla="*/ 3352800 h 6858000"/>
              <a:gd name="connsiteX5" fmla="*/ 2781300 w 8223180"/>
              <a:gd name="connsiteY5" fmla="*/ 5848350 h 6858000"/>
              <a:gd name="connsiteX6" fmla="*/ 2000474 w 8223180"/>
              <a:gd name="connsiteY6" fmla="*/ 6809668 h 6858000"/>
              <a:gd name="connsiteX7" fmla="*/ 1947086 w 8223180"/>
              <a:gd name="connsiteY7" fmla="*/ 6858000 h 6858000"/>
              <a:gd name="connsiteX8" fmla="*/ 0 w 822318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3180" h="6858000">
                <a:moveTo>
                  <a:pt x="0" y="0"/>
                </a:moveTo>
                <a:lnTo>
                  <a:pt x="8223180" y="0"/>
                </a:lnTo>
                <a:lnTo>
                  <a:pt x="8051006" y="510853"/>
                </a:lnTo>
                <a:cubicBezTo>
                  <a:pt x="7858125" y="1036141"/>
                  <a:pt x="7600950" y="1540669"/>
                  <a:pt x="7086600" y="1962150"/>
                </a:cubicBezTo>
                <a:cubicBezTo>
                  <a:pt x="6400800" y="2524125"/>
                  <a:pt x="4832350" y="2705100"/>
                  <a:pt x="4114800" y="3352800"/>
                </a:cubicBezTo>
                <a:cubicBezTo>
                  <a:pt x="3397250" y="4000500"/>
                  <a:pt x="3149600" y="5257800"/>
                  <a:pt x="2781300" y="5848350"/>
                </a:cubicBezTo>
                <a:cubicBezTo>
                  <a:pt x="2459038" y="6365082"/>
                  <a:pt x="2224286" y="6604695"/>
                  <a:pt x="2000474" y="6809668"/>
                </a:cubicBezTo>
                <a:lnTo>
                  <a:pt x="194708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FEFEFF"/>
              </a:gs>
              <a:gs pos="100000">
                <a:srgbClr val="E5EDFF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ea"/>
              <a:sym typeface="Century Gothic" panose="020B0502020202020204" pitchFamily="34" charset="0"/>
            </a:endParaRPr>
          </a:p>
        </p:txBody>
      </p:sp>
      <p:pic>
        <p:nvPicPr>
          <p:cNvPr id="20483" name="Picture 6" descr="logo（去空格）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9388" y="6381750"/>
            <a:ext cx="2052637" cy="307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84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6512" y="822325"/>
            <a:ext cx="9180512" cy="6019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85" name="Picture 6" descr="logo（去空格）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2875" y="6453188"/>
            <a:ext cx="2052638" cy="307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B4EC9E-BA1D-44B9-A9B0-045D0A22ABA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729A68-D78D-4BDF-8FDB-674A765D94D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ut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 flipV="1">
            <a:off x="0" y="0"/>
            <a:ext cx="7380288" cy="6858000"/>
          </a:xfrm>
          <a:custGeom>
            <a:avLst/>
            <a:gdLst>
              <a:gd name="connsiteX0" fmla="*/ 0 w 8223180"/>
              <a:gd name="connsiteY0" fmla="*/ 0 h 6858000"/>
              <a:gd name="connsiteX1" fmla="*/ 8223180 w 8223180"/>
              <a:gd name="connsiteY1" fmla="*/ 0 h 6858000"/>
              <a:gd name="connsiteX2" fmla="*/ 8051006 w 8223180"/>
              <a:gd name="connsiteY2" fmla="*/ 510853 h 6858000"/>
              <a:gd name="connsiteX3" fmla="*/ 7086600 w 8223180"/>
              <a:gd name="connsiteY3" fmla="*/ 1962150 h 6858000"/>
              <a:gd name="connsiteX4" fmla="*/ 4114800 w 8223180"/>
              <a:gd name="connsiteY4" fmla="*/ 3352800 h 6858000"/>
              <a:gd name="connsiteX5" fmla="*/ 2781300 w 8223180"/>
              <a:gd name="connsiteY5" fmla="*/ 5848350 h 6858000"/>
              <a:gd name="connsiteX6" fmla="*/ 2000474 w 8223180"/>
              <a:gd name="connsiteY6" fmla="*/ 6809668 h 6858000"/>
              <a:gd name="connsiteX7" fmla="*/ 1947086 w 8223180"/>
              <a:gd name="connsiteY7" fmla="*/ 6858000 h 6858000"/>
              <a:gd name="connsiteX8" fmla="*/ 0 w 822318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3180" h="6858000">
                <a:moveTo>
                  <a:pt x="0" y="0"/>
                </a:moveTo>
                <a:lnTo>
                  <a:pt x="8223180" y="0"/>
                </a:lnTo>
                <a:lnTo>
                  <a:pt x="8051006" y="510853"/>
                </a:lnTo>
                <a:cubicBezTo>
                  <a:pt x="7858125" y="1036141"/>
                  <a:pt x="7600950" y="1540669"/>
                  <a:pt x="7086600" y="1962150"/>
                </a:cubicBezTo>
                <a:cubicBezTo>
                  <a:pt x="6400800" y="2524125"/>
                  <a:pt x="4832350" y="2705100"/>
                  <a:pt x="4114800" y="3352800"/>
                </a:cubicBezTo>
                <a:cubicBezTo>
                  <a:pt x="3397250" y="4000500"/>
                  <a:pt x="3149600" y="5257800"/>
                  <a:pt x="2781300" y="5848350"/>
                </a:cubicBezTo>
                <a:cubicBezTo>
                  <a:pt x="2459038" y="6365082"/>
                  <a:pt x="2224286" y="6604695"/>
                  <a:pt x="2000474" y="6809668"/>
                </a:cubicBezTo>
                <a:lnTo>
                  <a:pt x="1947086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FEFEFF"/>
              </a:gs>
              <a:gs pos="100000">
                <a:srgbClr val="E5EDFF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ea"/>
              <a:sym typeface="Century Gothic" panose="020B0502020202020204" pitchFamily="34" charset="0"/>
            </a:endParaRPr>
          </a:p>
        </p:txBody>
      </p:sp>
      <p:pic>
        <p:nvPicPr>
          <p:cNvPr id="21507" name="Picture 6" descr="logo（去空格）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9388" y="6381750"/>
            <a:ext cx="2052637" cy="307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8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6512" y="822325"/>
            <a:ext cx="9180512" cy="6019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9" name="Picture 6" descr="logo（去空格）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2875" y="6453188"/>
            <a:ext cx="2052638" cy="307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B4EC9E-BA1D-44B9-A9B0-045D0A22ABA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729A68-D78D-4BDF-8FDB-674A765D94D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ut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fontAlgn="base">
              <a:defRPr kumimoji="1" noProof="1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E742C22-CDBD-4E23-901A-526372442CC2}" type="datetime1">
              <a:rPr kumimoji="1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1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fontAlgn="base">
              <a:defRPr kumimoji="1" noProof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4250" y="6356350"/>
            <a:ext cx="7302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kumimoji="1" sz="140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D74A6D0-9790-4855-AF9E-6E7427DD8712}" type="slidenum">
              <a:rPr kumimoji="1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ut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B4EC9E-BA1D-44B9-A9B0-045D0A22ABA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729A68-D78D-4BDF-8FDB-674A765D94D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transition>
    <p:cut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2550" y="1484630"/>
            <a:ext cx="8950960" cy="11525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项目名称</a:t>
            </a:r>
            <a:b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</a:b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（注意汇报时间限定在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5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分钟内！）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4579" name="矩形 2"/>
          <p:cNvSpPr/>
          <p:nvPr/>
        </p:nvSpPr>
        <p:spPr>
          <a:xfrm>
            <a:off x="2555875" y="3662363"/>
            <a:ext cx="1570038" cy="1704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申办方</a:t>
            </a:r>
            <a:r>
              <a:rPr lang="en-US" altLang="zh-CN" sz="1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:</a:t>
            </a:r>
            <a:endParaRPr lang="en-US" altLang="zh-CN" sz="1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项目负责人：</a:t>
            </a:r>
            <a:endParaRPr lang="en-US" altLang="zh-CN" sz="1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汇报人：</a:t>
            </a:r>
            <a:endParaRPr lang="en-US" altLang="zh-CN" sz="1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汇报时间：</a:t>
            </a:r>
            <a:endParaRPr lang="en-US" altLang="zh-CN" sz="1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24580" name="Picture 6" descr="C:\Users\YJX\Desktop\广医一院logo（去空格）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2400"/>
            <a:ext cx="3779838" cy="577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79070" y="5589270"/>
            <a:ext cx="87426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提醒：汇报PPT所展示内容需要与递交至伦理的材料内容一致，PPT 模板仅供参考，红色字体为提示作用，在汇报PPT中注意删除</a:t>
            </a:r>
            <a:endParaRPr lang="zh-CN" altLang="en-US" sz="18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Text Box 7"/>
          <p:cNvSpPr txBox="1"/>
          <p:nvPr/>
        </p:nvSpPr>
        <p:spPr>
          <a:xfrm>
            <a:off x="0" y="-27305"/>
            <a:ext cx="564642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dist">
              <a:spcBef>
                <a:spcPct val="50000"/>
              </a:spcBef>
              <a:buFontTx/>
              <a:buNone/>
            </a:pPr>
            <a:r>
              <a:rPr lang="zh-CN" altLang="en-US" sz="3600" b="1" dirty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项目基本信息</a:t>
            </a:r>
            <a:r>
              <a:rPr lang="zh-CN" altLang="en-US" sz="3600" b="1" dirty="0">
                <a:solidFill>
                  <a:srgbClr val="FF0000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（简单讲）</a:t>
            </a:r>
            <a:endParaRPr lang="zh-CN" altLang="en-US" sz="3600" b="1" dirty="0">
              <a:solidFill>
                <a:srgbClr val="FF0000"/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7950" y="1196975"/>
            <a:ext cx="9053830" cy="37274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项目类型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lang="zh-CN" altLang="en-US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科研课题</a:t>
            </a:r>
            <a:r>
              <a:rPr lang="en-US" altLang="zh-CN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研究者发起的临床研究</a:t>
            </a:r>
            <a:r>
              <a:rPr lang="en-US" altLang="zh-CN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                                                           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单中心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多中心项目：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（多中心项目请补充参与中心名单）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项目类型：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（回顾性/观察性/干预性研究）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800" b="1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项目来源</a:t>
            </a:r>
            <a:r>
              <a:rPr lang="en-US" altLang="zh-CN" sz="1800" b="1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: 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项目经费来源：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（若经费来源于公司，需写明赞助公司的名称及资助的具体内容如资助经费、药物或者器械耗材等）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7"/>
          <p:cNvSpPr txBox="1"/>
          <p:nvPr/>
        </p:nvSpPr>
        <p:spPr>
          <a:xfrm>
            <a:off x="35560" y="44450"/>
            <a:ext cx="550926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dist">
              <a:spcBef>
                <a:spcPct val="50000"/>
              </a:spcBef>
              <a:buFontTx/>
              <a:buNone/>
            </a:pPr>
            <a:r>
              <a:rPr lang="zh-CN" altLang="en-US" sz="3600" b="1" dirty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研究团队介绍</a:t>
            </a:r>
            <a:r>
              <a:rPr lang="zh-CN" altLang="en-US" sz="3600" b="1" dirty="0">
                <a:solidFill>
                  <a:srgbClr val="FF0000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（简单讲）</a:t>
            </a:r>
            <a:endParaRPr lang="zh-CN" altLang="en-US" sz="3600" b="1" dirty="0">
              <a:solidFill>
                <a:srgbClr val="FF0000"/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67360" y="1052830"/>
          <a:ext cx="8208645" cy="4641850"/>
        </p:xfrm>
        <a:graphic>
          <a:graphicData uri="http://schemas.openxmlformats.org/drawingml/2006/table">
            <a:tbl>
              <a:tblPr firstRow="1">
                <a:tableStyleId>{A0F6F106-9E81-47B8-B2FE-B682DEDF5226}</a:tableStyleId>
              </a:tblPr>
              <a:tblGrid>
                <a:gridCol w="1257300"/>
                <a:gridCol w="3152140"/>
                <a:gridCol w="1753235"/>
                <a:gridCol w="2045970"/>
              </a:tblGrid>
              <a:tr h="38163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noProof="0" dirty="0">
                          <a:ln>
                            <a:noFill/>
                          </a:ln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姓名</a:t>
                      </a:r>
                      <a:endParaRPr lang="zh-CN" altLang="en-US" sz="1800" noProof="0" dirty="0">
                        <a:ln>
                          <a:noFill/>
                        </a:ln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solidFill>
                        <a:srgbClr val="EC934A"/>
                      </a:solidFill>
                      <a:prstDash val="solid"/>
                    </a:lnL>
                    <a:lnR w="12700" cmpd="sng">
                      <a:solidFill>
                        <a:srgbClr val="EC934A"/>
                      </a:solidFill>
                      <a:prstDash val="solid"/>
                    </a:lnR>
                    <a:lnT w="12700" cmpd="sng">
                      <a:solidFill>
                        <a:srgbClr val="EC934A"/>
                      </a:solidFill>
                      <a:prstDash val="solid"/>
                    </a:lnT>
                    <a:lnB w="12700" cmpd="sng">
                      <a:solidFill>
                        <a:srgbClr val="EC934A"/>
                      </a:solidFill>
                      <a:prstDash val="solid"/>
                    </a:lnB>
                    <a:solidFill>
                      <a:srgbClr val="EC934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noProof="0" dirty="0">
                          <a:ln>
                            <a:noFill/>
                          </a:ln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科室</a:t>
                      </a:r>
                      <a:endParaRPr lang="zh-CN" altLang="en-US" sz="1800" noProof="0" dirty="0">
                        <a:ln>
                          <a:noFill/>
                        </a:ln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solidFill>
                        <a:srgbClr val="EC934A"/>
                      </a:solidFill>
                      <a:prstDash val="solid"/>
                    </a:lnL>
                    <a:lnR w="12700" cmpd="sng">
                      <a:solidFill>
                        <a:srgbClr val="EC934A"/>
                      </a:solidFill>
                      <a:prstDash val="solid"/>
                    </a:lnR>
                    <a:lnT w="12700" cmpd="sng">
                      <a:solidFill>
                        <a:srgbClr val="EC934A"/>
                      </a:solidFill>
                      <a:prstDash val="solid"/>
                    </a:lnT>
                    <a:lnB w="12700" cmpd="sng">
                      <a:solidFill>
                        <a:srgbClr val="EC934A"/>
                      </a:solidFill>
                      <a:prstDash val="solid"/>
                    </a:lnB>
                    <a:solidFill>
                      <a:srgbClr val="EC934A"/>
                    </a:solidFill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noProof="0" dirty="0">
                          <a:ln>
                            <a:noFill/>
                          </a:ln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技术职称</a:t>
                      </a:r>
                      <a:endParaRPr lang="zh-CN" altLang="en-US" sz="1800" noProof="0" dirty="0">
                        <a:ln>
                          <a:noFill/>
                        </a:ln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solidFill>
                        <a:srgbClr val="EC934A"/>
                      </a:solidFill>
                      <a:prstDash val="solid"/>
                    </a:lnL>
                    <a:lnR w="12700" cmpd="sng">
                      <a:solidFill>
                        <a:srgbClr val="EC934A"/>
                      </a:solidFill>
                      <a:prstDash val="solid"/>
                    </a:lnR>
                    <a:lnT w="12700" cmpd="sng">
                      <a:solidFill>
                        <a:srgbClr val="EC934A"/>
                      </a:solidFill>
                      <a:prstDash val="solid"/>
                    </a:lnT>
                    <a:lnB w="12700" cmpd="sng">
                      <a:solidFill>
                        <a:srgbClr val="EC934A"/>
                      </a:solidFill>
                      <a:prstDash val="solid"/>
                    </a:lnB>
                    <a:solidFill>
                      <a:srgbClr val="EC934A"/>
                    </a:solidFill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noProof="0" dirty="0">
                          <a:ln>
                            <a:noFill/>
                          </a:ln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项目分工</a:t>
                      </a:r>
                      <a:endParaRPr lang="zh-CN" altLang="en-US" sz="1800" noProof="0" dirty="0">
                        <a:ln>
                          <a:noFill/>
                        </a:ln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solidFill>
                        <a:srgbClr val="EC934A"/>
                      </a:solidFill>
                      <a:prstDash val="solid"/>
                    </a:lnL>
                    <a:lnR w="12700" cmpd="sng">
                      <a:solidFill>
                        <a:srgbClr val="EC934A"/>
                      </a:solidFill>
                      <a:prstDash val="solid"/>
                    </a:lnR>
                    <a:lnT w="12700" cmpd="sng">
                      <a:solidFill>
                        <a:srgbClr val="EC934A"/>
                      </a:solidFill>
                      <a:prstDash val="solid"/>
                    </a:lnT>
                    <a:lnB w="12700" cmpd="sng">
                      <a:solidFill>
                        <a:srgbClr val="EC934A"/>
                      </a:solidFill>
                      <a:prstDash val="solid"/>
                    </a:lnB>
                    <a:solidFill>
                      <a:srgbClr val="EC934A"/>
                    </a:solidFill>
                  </a:tcPr>
                </a:tc>
              </a:tr>
              <a:tr h="678815">
                <a:tc>
                  <a:txBody>
                    <a:bodyPr/>
                    <a:p>
                      <a:pPr marL="8572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rgbClr val="EC934A"/>
                      </a:solidFill>
                      <a:prstDash val="solid"/>
                    </a:lnL>
                    <a:lnR w="12700" cmpd="sng">
                      <a:solidFill>
                        <a:srgbClr val="EC934A"/>
                      </a:solidFill>
                      <a:prstDash val="solid"/>
                    </a:lnR>
                    <a:lnT w="12700" cmpd="sng">
                      <a:solidFill>
                        <a:srgbClr val="EC934A"/>
                      </a:solidFill>
                      <a:prstDash val="solid"/>
                    </a:lnT>
                    <a:lnB w="12700" cmpd="sng">
                      <a:solidFill>
                        <a:srgbClr val="EC934A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rgbClr val="EC934A"/>
                      </a:solidFill>
                      <a:prstDash val="solid"/>
                    </a:lnL>
                    <a:lnR w="12700" cmpd="sng">
                      <a:solidFill>
                        <a:srgbClr val="EC934A"/>
                      </a:solidFill>
                      <a:prstDash val="solid"/>
                    </a:lnR>
                    <a:lnT w="12700" cmpd="sng">
                      <a:solidFill>
                        <a:srgbClr val="EC934A"/>
                      </a:solidFill>
                      <a:prstDash val="solid"/>
                    </a:lnT>
                    <a:lnB w="12700" cmpd="sng">
                      <a:solidFill>
                        <a:srgbClr val="EC934A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rgbClr val="EC934A"/>
                      </a:solidFill>
                      <a:prstDash val="solid"/>
                    </a:lnL>
                    <a:lnR w="12700" cmpd="sng">
                      <a:solidFill>
                        <a:srgbClr val="EC934A"/>
                      </a:solidFill>
                      <a:prstDash val="solid"/>
                    </a:lnR>
                    <a:lnT w="12700" cmpd="sng">
                      <a:solidFill>
                        <a:srgbClr val="EC934A"/>
                      </a:solidFill>
                      <a:prstDash val="solid"/>
                    </a:lnT>
                    <a:lnB w="12700" cmpd="sng">
                      <a:solidFill>
                        <a:srgbClr val="EC934A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rgbClr val="EC934A"/>
                      </a:solidFill>
                      <a:prstDash val="solid"/>
                    </a:lnL>
                    <a:lnR w="12700" cmpd="sng">
                      <a:solidFill>
                        <a:srgbClr val="EC934A"/>
                      </a:solidFill>
                      <a:prstDash val="solid"/>
                    </a:lnR>
                    <a:lnT w="12700" cmpd="sng">
                      <a:solidFill>
                        <a:srgbClr val="EC934A"/>
                      </a:solidFill>
                      <a:prstDash val="solid"/>
                    </a:lnT>
                    <a:lnB w="12700" cmpd="sng">
                      <a:solidFill>
                        <a:srgbClr val="EC934A"/>
                      </a:solidFill>
                      <a:prstDash val="solid"/>
                    </a:lnB>
                  </a:tcPr>
                </a:tc>
              </a:tr>
              <a:tr h="678815">
                <a:tc>
                  <a:txBody>
                    <a:bodyPr/>
                    <a:p>
                      <a:pPr marL="8572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rgbClr val="EC934A"/>
                      </a:solidFill>
                      <a:prstDash val="solid"/>
                    </a:lnL>
                    <a:lnR w="12700" cmpd="sng">
                      <a:solidFill>
                        <a:srgbClr val="EC934A"/>
                      </a:solidFill>
                      <a:prstDash val="solid"/>
                    </a:lnR>
                    <a:lnT w="12700" cmpd="sng">
                      <a:solidFill>
                        <a:srgbClr val="EC934A"/>
                      </a:solidFill>
                      <a:prstDash val="solid"/>
                    </a:lnT>
                    <a:lnB w="12700" cmpd="sng">
                      <a:solidFill>
                        <a:srgbClr val="EC934A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rgbClr val="EC934A"/>
                      </a:solidFill>
                      <a:prstDash val="solid"/>
                    </a:lnL>
                    <a:lnR w="12700" cmpd="sng">
                      <a:solidFill>
                        <a:srgbClr val="EC934A"/>
                      </a:solidFill>
                      <a:prstDash val="solid"/>
                    </a:lnR>
                    <a:lnT w="12700" cmpd="sng">
                      <a:solidFill>
                        <a:srgbClr val="EC934A"/>
                      </a:solidFill>
                      <a:prstDash val="solid"/>
                    </a:lnT>
                    <a:lnB w="12700" cmpd="sng">
                      <a:solidFill>
                        <a:srgbClr val="EC934A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rgbClr val="EC934A"/>
                      </a:solidFill>
                      <a:prstDash val="solid"/>
                    </a:lnL>
                    <a:lnR w="12700" cmpd="sng">
                      <a:solidFill>
                        <a:srgbClr val="EC934A"/>
                      </a:solidFill>
                      <a:prstDash val="solid"/>
                    </a:lnR>
                    <a:lnT w="12700" cmpd="sng">
                      <a:solidFill>
                        <a:srgbClr val="EC934A"/>
                      </a:solidFill>
                      <a:prstDash val="solid"/>
                    </a:lnT>
                    <a:lnB w="12700" cmpd="sng">
                      <a:solidFill>
                        <a:srgbClr val="EC934A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rgbClr val="EC934A"/>
                      </a:solidFill>
                      <a:prstDash val="solid"/>
                    </a:lnL>
                    <a:lnR w="12700" cmpd="sng">
                      <a:solidFill>
                        <a:srgbClr val="EC934A"/>
                      </a:solidFill>
                      <a:prstDash val="solid"/>
                    </a:lnR>
                    <a:lnT w="12700" cmpd="sng">
                      <a:solidFill>
                        <a:srgbClr val="EC934A"/>
                      </a:solidFill>
                      <a:prstDash val="solid"/>
                    </a:lnT>
                    <a:lnB w="12700" cmpd="sng">
                      <a:solidFill>
                        <a:srgbClr val="EC934A"/>
                      </a:solidFill>
                      <a:prstDash val="solid"/>
                    </a:lnB>
                  </a:tcPr>
                </a:tc>
              </a:tr>
              <a:tr h="556260">
                <a:tc>
                  <a:txBody>
                    <a:bodyPr/>
                    <a:p>
                      <a:pPr marL="8572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rgbClr val="EC934A"/>
                      </a:solidFill>
                      <a:prstDash val="solid"/>
                    </a:lnL>
                    <a:lnR w="12700" cmpd="sng">
                      <a:solidFill>
                        <a:srgbClr val="EC934A"/>
                      </a:solidFill>
                      <a:prstDash val="solid"/>
                    </a:lnR>
                    <a:lnT w="12700" cmpd="sng">
                      <a:solidFill>
                        <a:srgbClr val="EC934A"/>
                      </a:solidFill>
                      <a:prstDash val="solid"/>
                    </a:lnT>
                    <a:lnB w="12700" cmpd="sng">
                      <a:solidFill>
                        <a:srgbClr val="EC934A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rgbClr val="EC934A"/>
                      </a:solidFill>
                      <a:prstDash val="solid"/>
                    </a:lnL>
                    <a:lnR w="12700" cmpd="sng">
                      <a:solidFill>
                        <a:srgbClr val="EC934A"/>
                      </a:solidFill>
                      <a:prstDash val="solid"/>
                    </a:lnR>
                    <a:lnT w="12700" cmpd="sng">
                      <a:solidFill>
                        <a:srgbClr val="EC934A"/>
                      </a:solidFill>
                      <a:prstDash val="solid"/>
                    </a:lnT>
                    <a:lnB w="12700" cmpd="sng">
                      <a:solidFill>
                        <a:srgbClr val="EC934A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rgbClr val="EC934A"/>
                      </a:solidFill>
                      <a:prstDash val="solid"/>
                    </a:lnL>
                    <a:lnR w="12700" cmpd="sng">
                      <a:solidFill>
                        <a:srgbClr val="EC934A"/>
                      </a:solidFill>
                      <a:prstDash val="solid"/>
                    </a:lnR>
                    <a:lnT w="12700" cmpd="sng">
                      <a:solidFill>
                        <a:srgbClr val="EC934A"/>
                      </a:solidFill>
                      <a:prstDash val="solid"/>
                    </a:lnT>
                    <a:lnB w="12700" cmpd="sng">
                      <a:solidFill>
                        <a:srgbClr val="EC934A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rgbClr val="EC934A"/>
                      </a:solidFill>
                      <a:prstDash val="solid"/>
                    </a:lnL>
                    <a:lnR w="12700" cmpd="sng">
                      <a:solidFill>
                        <a:srgbClr val="EC934A"/>
                      </a:solidFill>
                      <a:prstDash val="solid"/>
                    </a:lnR>
                    <a:lnT w="12700" cmpd="sng">
                      <a:solidFill>
                        <a:srgbClr val="EC934A"/>
                      </a:solidFill>
                      <a:prstDash val="solid"/>
                    </a:lnT>
                    <a:lnB w="12700" cmpd="sng">
                      <a:solidFill>
                        <a:srgbClr val="EC934A"/>
                      </a:solidFill>
                      <a:prstDash val="solid"/>
                    </a:lnB>
                  </a:tcPr>
                </a:tc>
              </a:tr>
              <a:tr h="556260">
                <a:tc>
                  <a:txBody>
                    <a:bodyPr/>
                    <a:p>
                      <a:pPr marL="8572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rgbClr val="EC934A"/>
                      </a:solidFill>
                      <a:prstDash val="solid"/>
                    </a:lnL>
                    <a:lnR w="12700" cmpd="sng">
                      <a:solidFill>
                        <a:srgbClr val="EC934A"/>
                      </a:solidFill>
                      <a:prstDash val="solid"/>
                    </a:lnR>
                    <a:lnT w="12700" cmpd="sng">
                      <a:solidFill>
                        <a:srgbClr val="EC934A"/>
                      </a:solidFill>
                      <a:prstDash val="solid"/>
                    </a:lnT>
                    <a:lnB w="12700" cmpd="sng">
                      <a:solidFill>
                        <a:srgbClr val="EC934A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rgbClr val="EC934A"/>
                      </a:solidFill>
                      <a:prstDash val="solid"/>
                    </a:lnL>
                    <a:lnR w="12700" cmpd="sng">
                      <a:solidFill>
                        <a:srgbClr val="EC934A"/>
                      </a:solidFill>
                      <a:prstDash val="solid"/>
                    </a:lnR>
                    <a:lnT w="12700" cmpd="sng">
                      <a:solidFill>
                        <a:srgbClr val="EC934A"/>
                      </a:solidFill>
                      <a:prstDash val="solid"/>
                    </a:lnT>
                    <a:lnB w="12700" cmpd="sng">
                      <a:solidFill>
                        <a:srgbClr val="EC934A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rgbClr val="EC934A"/>
                      </a:solidFill>
                      <a:prstDash val="solid"/>
                    </a:lnL>
                    <a:lnR w="12700" cmpd="sng">
                      <a:solidFill>
                        <a:srgbClr val="EC934A"/>
                      </a:solidFill>
                      <a:prstDash val="solid"/>
                    </a:lnR>
                    <a:lnT w="12700" cmpd="sng">
                      <a:solidFill>
                        <a:srgbClr val="EC934A"/>
                      </a:solidFill>
                      <a:prstDash val="solid"/>
                    </a:lnT>
                    <a:lnB w="12700" cmpd="sng">
                      <a:solidFill>
                        <a:srgbClr val="EC934A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rgbClr val="EC934A"/>
                      </a:solidFill>
                      <a:prstDash val="solid"/>
                    </a:lnL>
                    <a:lnR w="12700" cmpd="sng">
                      <a:solidFill>
                        <a:srgbClr val="EC934A"/>
                      </a:solidFill>
                      <a:prstDash val="solid"/>
                    </a:lnR>
                    <a:lnT w="12700" cmpd="sng">
                      <a:solidFill>
                        <a:srgbClr val="EC934A"/>
                      </a:solidFill>
                      <a:prstDash val="solid"/>
                    </a:lnT>
                    <a:lnB w="12700" cmpd="sng">
                      <a:solidFill>
                        <a:srgbClr val="EC934A"/>
                      </a:solidFill>
                      <a:prstDash val="solid"/>
                    </a:lnB>
                  </a:tcPr>
                </a:tc>
              </a:tr>
              <a:tr h="556260">
                <a:tc>
                  <a:txBody>
                    <a:bodyPr/>
                    <a:p>
                      <a:pPr marL="8572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rgbClr val="EC934A"/>
                      </a:solidFill>
                      <a:prstDash val="solid"/>
                    </a:lnL>
                    <a:lnR w="12700" cmpd="sng">
                      <a:solidFill>
                        <a:srgbClr val="EC934A"/>
                      </a:solidFill>
                      <a:prstDash val="solid"/>
                    </a:lnR>
                    <a:lnT w="12700" cmpd="sng">
                      <a:solidFill>
                        <a:srgbClr val="EC934A"/>
                      </a:solidFill>
                      <a:prstDash val="solid"/>
                    </a:lnT>
                    <a:lnB w="12700" cmpd="sng">
                      <a:solidFill>
                        <a:srgbClr val="EC934A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rgbClr val="EC934A"/>
                      </a:solidFill>
                      <a:prstDash val="solid"/>
                    </a:lnL>
                    <a:lnR w="12700" cmpd="sng">
                      <a:solidFill>
                        <a:srgbClr val="EC934A"/>
                      </a:solidFill>
                      <a:prstDash val="solid"/>
                    </a:lnR>
                    <a:lnT w="12700" cmpd="sng">
                      <a:solidFill>
                        <a:srgbClr val="EC934A"/>
                      </a:solidFill>
                      <a:prstDash val="solid"/>
                    </a:lnT>
                    <a:lnB w="12700" cmpd="sng">
                      <a:solidFill>
                        <a:srgbClr val="EC934A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rgbClr val="EC934A"/>
                      </a:solidFill>
                      <a:prstDash val="solid"/>
                    </a:lnL>
                    <a:lnR w="12700" cmpd="sng">
                      <a:solidFill>
                        <a:srgbClr val="EC934A"/>
                      </a:solidFill>
                      <a:prstDash val="solid"/>
                    </a:lnR>
                    <a:lnT w="12700" cmpd="sng">
                      <a:solidFill>
                        <a:srgbClr val="EC934A"/>
                      </a:solidFill>
                      <a:prstDash val="solid"/>
                    </a:lnT>
                    <a:lnB w="12700" cmpd="sng">
                      <a:solidFill>
                        <a:srgbClr val="EC934A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rgbClr val="EC934A"/>
                      </a:solidFill>
                      <a:prstDash val="solid"/>
                    </a:lnL>
                    <a:lnR w="12700" cmpd="sng">
                      <a:solidFill>
                        <a:srgbClr val="EC934A"/>
                      </a:solidFill>
                      <a:prstDash val="solid"/>
                    </a:lnR>
                    <a:lnT w="12700" cmpd="sng">
                      <a:solidFill>
                        <a:srgbClr val="EC934A"/>
                      </a:solidFill>
                      <a:prstDash val="solid"/>
                    </a:lnT>
                    <a:lnB w="12700" cmpd="sng">
                      <a:solidFill>
                        <a:srgbClr val="EC934A"/>
                      </a:solidFill>
                      <a:prstDash val="solid"/>
                    </a:lnB>
                  </a:tcPr>
                </a:tc>
              </a:tr>
              <a:tr h="556260">
                <a:tc>
                  <a:txBody>
                    <a:bodyPr/>
                    <a:p>
                      <a:pPr marL="8572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rgbClr val="EC934A"/>
                      </a:solidFill>
                      <a:prstDash val="solid"/>
                    </a:lnL>
                    <a:lnR w="12700" cmpd="sng">
                      <a:solidFill>
                        <a:srgbClr val="EC934A"/>
                      </a:solidFill>
                      <a:prstDash val="solid"/>
                    </a:lnR>
                    <a:lnT w="12700" cmpd="sng">
                      <a:solidFill>
                        <a:srgbClr val="EC934A"/>
                      </a:solidFill>
                      <a:prstDash val="solid"/>
                    </a:lnT>
                    <a:lnB w="12700" cmpd="sng">
                      <a:solidFill>
                        <a:srgbClr val="EC934A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rgbClr val="EC934A"/>
                      </a:solidFill>
                      <a:prstDash val="solid"/>
                    </a:lnL>
                    <a:lnR w="12700" cmpd="sng">
                      <a:solidFill>
                        <a:srgbClr val="EC934A"/>
                      </a:solidFill>
                      <a:prstDash val="solid"/>
                    </a:lnR>
                    <a:lnT w="12700" cmpd="sng">
                      <a:solidFill>
                        <a:srgbClr val="EC934A"/>
                      </a:solidFill>
                      <a:prstDash val="solid"/>
                    </a:lnT>
                    <a:lnB w="12700" cmpd="sng">
                      <a:solidFill>
                        <a:srgbClr val="EC934A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rgbClr val="EC934A"/>
                      </a:solidFill>
                      <a:prstDash val="solid"/>
                    </a:lnL>
                    <a:lnR w="12700" cmpd="sng">
                      <a:solidFill>
                        <a:srgbClr val="EC934A"/>
                      </a:solidFill>
                      <a:prstDash val="solid"/>
                    </a:lnR>
                    <a:lnT w="12700" cmpd="sng">
                      <a:solidFill>
                        <a:srgbClr val="EC934A"/>
                      </a:solidFill>
                      <a:prstDash val="solid"/>
                    </a:lnT>
                    <a:lnB w="12700" cmpd="sng">
                      <a:solidFill>
                        <a:srgbClr val="EC934A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rgbClr val="EC934A"/>
                      </a:solidFill>
                      <a:prstDash val="solid"/>
                    </a:lnL>
                    <a:lnR w="12700" cmpd="sng">
                      <a:solidFill>
                        <a:srgbClr val="EC934A"/>
                      </a:solidFill>
                      <a:prstDash val="solid"/>
                    </a:lnR>
                    <a:lnT w="12700" cmpd="sng">
                      <a:solidFill>
                        <a:srgbClr val="EC934A"/>
                      </a:solidFill>
                      <a:prstDash val="solid"/>
                    </a:lnT>
                    <a:lnB w="12700" cmpd="sng">
                      <a:solidFill>
                        <a:srgbClr val="EC934A"/>
                      </a:solidFill>
                      <a:prstDash val="solid"/>
                    </a:lnB>
                  </a:tcPr>
                </a:tc>
              </a:tr>
              <a:tr h="556260">
                <a:tc>
                  <a:txBody>
                    <a:bodyPr/>
                    <a:p>
                      <a:pPr marL="8572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rgbClr val="EC934A"/>
                      </a:solidFill>
                      <a:prstDash val="solid"/>
                    </a:lnL>
                    <a:lnR w="12700" cmpd="sng">
                      <a:solidFill>
                        <a:srgbClr val="EC934A"/>
                      </a:solidFill>
                      <a:prstDash val="solid"/>
                    </a:lnR>
                    <a:lnT w="12700" cmpd="sng">
                      <a:solidFill>
                        <a:srgbClr val="EC934A"/>
                      </a:solidFill>
                      <a:prstDash val="solid"/>
                    </a:lnT>
                    <a:lnB w="12700" cmpd="sng">
                      <a:solidFill>
                        <a:srgbClr val="EC934A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rgbClr val="EC934A"/>
                      </a:solidFill>
                      <a:prstDash val="solid"/>
                    </a:lnL>
                    <a:lnR w="12700" cmpd="sng">
                      <a:solidFill>
                        <a:srgbClr val="EC934A"/>
                      </a:solidFill>
                      <a:prstDash val="solid"/>
                    </a:lnR>
                    <a:lnT w="12700" cmpd="sng">
                      <a:solidFill>
                        <a:srgbClr val="EC934A"/>
                      </a:solidFill>
                      <a:prstDash val="solid"/>
                    </a:lnT>
                    <a:lnB w="12700" cmpd="sng">
                      <a:solidFill>
                        <a:srgbClr val="EC934A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rgbClr val="EC934A"/>
                      </a:solidFill>
                      <a:prstDash val="solid"/>
                    </a:lnL>
                    <a:lnR w="12700" cmpd="sng">
                      <a:solidFill>
                        <a:srgbClr val="EC934A"/>
                      </a:solidFill>
                      <a:prstDash val="solid"/>
                    </a:lnR>
                    <a:lnT w="12700" cmpd="sng">
                      <a:solidFill>
                        <a:srgbClr val="EC934A"/>
                      </a:solidFill>
                      <a:prstDash val="solid"/>
                    </a:lnT>
                    <a:lnB w="12700" cmpd="sng">
                      <a:solidFill>
                        <a:srgbClr val="EC934A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mpd="sng">
                      <a:solidFill>
                        <a:srgbClr val="EC934A"/>
                      </a:solidFill>
                      <a:prstDash val="solid"/>
                    </a:lnL>
                    <a:lnR w="12700" cmpd="sng">
                      <a:solidFill>
                        <a:srgbClr val="EC934A"/>
                      </a:solidFill>
                      <a:prstDash val="solid"/>
                    </a:lnR>
                    <a:lnT w="12700" cmpd="sng">
                      <a:solidFill>
                        <a:srgbClr val="EC934A"/>
                      </a:solidFill>
                      <a:prstDash val="solid"/>
                    </a:lnT>
                    <a:lnB w="12700" cmpd="sng">
                      <a:solidFill>
                        <a:srgbClr val="EC934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Text Box 7"/>
          <p:cNvSpPr txBox="1"/>
          <p:nvPr/>
        </p:nvSpPr>
        <p:spPr>
          <a:xfrm>
            <a:off x="3564255" y="2708910"/>
            <a:ext cx="211772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50000"/>
              </a:spcBef>
              <a:buFontTx/>
              <a:buNone/>
            </a:pPr>
            <a:r>
              <a:rPr lang="zh-CN" altLang="en-US" sz="3600" b="1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方案介绍</a:t>
            </a:r>
            <a:endParaRPr lang="zh-CN" altLang="en-US" sz="3600" b="1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611505" y="1052830"/>
            <a:ext cx="7416800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背景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目的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主要研究目的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次要研究目的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……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研究的意义及必要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性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（根据项目实际内容，自己把握内容；可以增加页数，建议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至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页）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626" name="Text Box 7"/>
          <p:cNvSpPr txBox="1"/>
          <p:nvPr/>
        </p:nvSpPr>
        <p:spPr>
          <a:xfrm>
            <a:off x="-36195" y="44450"/>
            <a:ext cx="48945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dist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3600" b="1" dirty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研究概况</a:t>
            </a:r>
            <a:r>
              <a:rPr lang="zh-CN" altLang="en-US" sz="3600" b="1" dirty="0">
                <a:solidFill>
                  <a:srgbClr val="FF0000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（简单讲）</a:t>
            </a:r>
            <a:r>
              <a:rPr lang="en-US" altLang="zh-CN" sz="3600" b="1" dirty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endParaRPr lang="en-US" altLang="zh-CN" sz="3600" b="1" dirty="0">
              <a:solidFill>
                <a:schemeClr val="bg1"/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35560" y="689610"/>
            <a:ext cx="9131935" cy="56394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研究人群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入排标准、退出标准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（如有）（可单加一页PPT，简单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讲）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研究分组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lang="zh-CN" altLang="en-US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若使用安慰剂</a:t>
            </a:r>
            <a:r>
              <a:rPr lang="zh-CN" altLang="en-US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对照、需阐述使用安慰剂原因及安慰剂组的保护措施）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样本量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lang="zh-CN" altLang="en-US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总例数：××例；本中心例数：××例，</a:t>
            </a:r>
            <a:r>
              <a:rPr lang="zh-CN" altLang="en-US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简单讲）</a:t>
            </a:r>
            <a:endParaRPr lang="zh-CN" altLang="en-US" sz="1800" b="1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en-US" sz="1800" b="1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项目研究时间</a:t>
            </a:r>
            <a:r>
              <a:rPr lang="zh-CN" altLang="en-US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（年 月 日- 年 月 日，</a:t>
            </a:r>
            <a:r>
              <a:rPr lang="zh-CN" altLang="en-US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简单讲）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研究流程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（可以流程图形式呈现）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研究终点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（包括主要疗效评价指标、次要疗效评价指标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等）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defRPr/>
            </a:pPr>
            <a:r>
              <a:rPr lang="zh-CN" altLang="en-US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（根据项目实际内容，自己把握内容；可以增加页数，建议</a:t>
            </a:r>
            <a:r>
              <a:rPr lang="en-US" altLang="zh-CN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至</a:t>
            </a:r>
            <a:r>
              <a:rPr lang="en-US" altLang="zh-CN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页；</a:t>
            </a:r>
            <a:r>
              <a:rPr lang="zh-CN" altLang="en-US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可采用文字或示意图的形式，需包含：分组情况、研究流程、药物剂量及给药方式、随访次数、研究持续时间、剂量调整方案等信息）</a:t>
            </a:r>
            <a:endParaRPr lang="zh-CN" altLang="en-US" sz="18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6626" name="Text Box 7"/>
          <p:cNvSpPr txBox="1"/>
          <p:nvPr/>
        </p:nvSpPr>
        <p:spPr>
          <a:xfrm>
            <a:off x="35560" y="44450"/>
            <a:ext cx="911733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>
              <a:spcBef>
                <a:spcPts val="0"/>
              </a:spcBef>
              <a:buFontTx/>
              <a:buNone/>
            </a:pPr>
            <a:r>
              <a:rPr lang="zh-CN" altLang="en-US" sz="3600" b="1" dirty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研究设计</a:t>
            </a:r>
            <a:endParaRPr lang="zh-CN" altLang="en-US" sz="1000" b="1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Text Box 7"/>
          <p:cNvSpPr txBox="1"/>
          <p:nvPr/>
        </p:nvSpPr>
        <p:spPr>
          <a:xfrm>
            <a:off x="2844165" y="2708910"/>
            <a:ext cx="354203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50000"/>
              </a:spcBef>
              <a:buFontTx/>
              <a:buNone/>
            </a:pPr>
            <a:r>
              <a:rPr lang="zh-CN" altLang="en-US" sz="3600" b="1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知情同意书介绍</a:t>
            </a:r>
            <a:r>
              <a:rPr lang="zh-CN" altLang="en-US" sz="36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（重点讲）</a:t>
            </a:r>
            <a:endParaRPr lang="zh-CN" altLang="en-US" sz="36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Text Box 7"/>
          <p:cNvSpPr txBox="1"/>
          <p:nvPr/>
        </p:nvSpPr>
        <p:spPr>
          <a:xfrm>
            <a:off x="107950" y="11430"/>
            <a:ext cx="820864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dist">
              <a:spcBef>
                <a:spcPct val="50000"/>
              </a:spcBef>
              <a:buFontTx/>
              <a:buNone/>
            </a:pPr>
            <a:r>
              <a:rPr lang="zh-CN" altLang="en-US" sz="3600" b="1" dirty="0">
                <a:solidFill>
                  <a:schemeClr val="bg1"/>
                </a:solidFill>
                <a:ea typeface="微软雅黑" panose="020B0503020204020204" pitchFamily="34" charset="-122"/>
                <a:sym typeface="+mn-ea"/>
              </a:rPr>
              <a:t>知情内容</a:t>
            </a:r>
            <a:r>
              <a:rPr lang="zh-CN" altLang="en-US" sz="36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（需与知情同意书内容一致）</a:t>
            </a:r>
            <a:endParaRPr lang="zh-CN" altLang="en-US" sz="36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291" name="内容占位符 3"/>
          <p:cNvSpPr>
            <a:spLocks noGrp="1"/>
          </p:cNvSpPr>
          <p:nvPr>
            <p:ph idx="1"/>
          </p:nvPr>
        </p:nvSpPr>
        <p:spPr>
          <a:xfrm>
            <a:off x="107315" y="980440"/>
            <a:ext cx="8915400" cy="5026660"/>
          </a:xfrm>
        </p:spPr>
        <p:txBody>
          <a:bodyPr vert="horz" wrap="square" lIns="91440" tIns="45720" rIns="91440" bIns="45720" anchor="t" anchorCtr="0"/>
          <a:p>
            <a:pPr marL="0" indent="0" algn="l" defTabSz="914400">
              <a:lnSpc>
                <a:spcPct val="200000"/>
              </a:lnSpc>
              <a:buClrTx/>
              <a:buSzTx/>
              <a:buFont typeface="+mj-lt"/>
              <a:buNone/>
              <a:defRPr/>
            </a:pPr>
            <a:r>
              <a:rPr lang="en-US" altLang="zh-CN" sz="1800" b="1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 sz="1800" b="1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研究中收集的信息、生物样本及实验室检查的项目</a:t>
            </a:r>
            <a:r>
              <a:rPr lang="zh-CN" altLang="en-US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（包括生物样本的类型、采集次数、采集的样本量及样本使用范围、保存地点、时限及相关检查的类型、次数等）</a:t>
            </a:r>
            <a:endParaRPr lang="zh-CN" altLang="en-US" sz="18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defTabSz="914400">
              <a:lnSpc>
                <a:spcPct val="200000"/>
              </a:lnSpc>
              <a:buClrTx/>
              <a:buSzTx/>
              <a:buFont typeface="+mj-lt"/>
              <a:buNone/>
              <a:defRPr/>
            </a:pPr>
            <a:r>
              <a:rPr lang="zh-CN" altLang="en-US" sz="1800" b="1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 sz="1800" b="1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可能的风险与不适</a:t>
            </a:r>
            <a:r>
              <a:rPr lang="zh-CN" altLang="en-US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研究期间，可能会发生一些、所有或者不发生这些不良事件（病人或临床试验受试者接受一种药品/医疗器械等试验产品后出现的不良医学事件）、风险、不适、不方便等</a:t>
            </a:r>
            <a:r>
              <a:rPr lang="zh-CN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，包括研究药物、器械及检查等带来的风险</a:t>
            </a:r>
            <a:r>
              <a:rPr lang="zh-CN" altLang="en-US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zh-CN" altLang="en-US" sz="18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defTabSz="914400">
              <a:lnSpc>
                <a:spcPct val="200000"/>
              </a:lnSpc>
              <a:buClrTx/>
              <a:buSzTx/>
              <a:buFont typeface="+mj-lt"/>
              <a:buNone/>
              <a:defRPr/>
            </a:pPr>
            <a:r>
              <a:rPr lang="zh-CN" altLang="en-US" sz="1800" b="1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3.风险预案及处理方式</a:t>
            </a:r>
            <a:r>
              <a:rPr lang="zh-CN" altLang="en-US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（针对可能出现的风险采取的保护受试者的措施）</a:t>
            </a:r>
            <a:endParaRPr lang="zh-CN" altLang="en-US" sz="18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defTabSz="914400">
              <a:lnSpc>
                <a:spcPct val="200000"/>
              </a:lnSpc>
              <a:buClrTx/>
              <a:buSzTx/>
              <a:buFont typeface="+mj-lt"/>
              <a:buNone/>
              <a:defRPr/>
            </a:pPr>
            <a:r>
              <a:rPr lang="zh-CN" altLang="en-US" sz="1800" b="1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4.研究涉及的治疗和随机分配至各组的可能性</a:t>
            </a:r>
            <a:r>
              <a:rPr lang="zh-CN" altLang="en-US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（如有，不涉及</a:t>
            </a:r>
            <a:r>
              <a:rPr lang="zh-CN" altLang="en-US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可删除）</a:t>
            </a:r>
            <a:endParaRPr lang="zh-CN" altLang="en-US" sz="1800" b="1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defTabSz="914400">
              <a:lnSpc>
                <a:spcPct val="200000"/>
              </a:lnSpc>
              <a:buClrTx/>
              <a:buSzTx/>
              <a:buFont typeface="+mj-lt"/>
              <a:buNone/>
              <a:defRPr/>
            </a:pPr>
            <a:r>
              <a:rPr lang="en-US" altLang="zh-CN" sz="1800" b="1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5.</a:t>
            </a:r>
            <a:r>
              <a:rPr lang="zh-CN" altLang="en-US" sz="1800" b="1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其他可选的药物和治疗方法</a:t>
            </a:r>
            <a:r>
              <a:rPr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（如有</a:t>
            </a:r>
            <a:r>
              <a:rPr lang="zh-CN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，不涉及可删除</a:t>
            </a:r>
            <a:r>
              <a:rPr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sz="18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defTabSz="914400">
              <a:lnSpc>
                <a:spcPct val="200000"/>
              </a:lnSpc>
              <a:buClrTx/>
              <a:buSzTx/>
              <a:buFont typeface="+mj-lt"/>
              <a:buNone/>
              <a:defRPr/>
            </a:pPr>
            <a:endParaRPr sz="18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1" name="内容占位符 3"/>
          <p:cNvSpPr>
            <a:spLocks noGrp="1"/>
          </p:cNvSpPr>
          <p:nvPr>
            <p:ph idx="1"/>
          </p:nvPr>
        </p:nvSpPr>
        <p:spPr>
          <a:xfrm>
            <a:off x="179705" y="476885"/>
            <a:ext cx="8903970" cy="5833110"/>
          </a:xfrm>
        </p:spPr>
        <p:txBody>
          <a:bodyPr vert="horz" wrap="square" lIns="91440" tIns="45720" rIns="91440" bIns="45720" anchor="t" anchorCtr="0"/>
          <a:p>
            <a:pPr marL="0" indent="0" algn="l" defTabSz="914400">
              <a:lnSpc>
                <a:spcPct val="200000"/>
              </a:lnSpc>
              <a:buClrTx/>
              <a:buSzTx/>
              <a:buFont typeface="+mj-lt"/>
              <a:buNone/>
              <a:defRPr/>
            </a:pPr>
            <a:r>
              <a:rPr lang="en-US" altLang="zh-CN" sz="1800" b="1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5.</a:t>
            </a:r>
            <a:r>
              <a:rPr lang="zh-CN" altLang="en-US" sz="1800" b="1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参加研究可能的获益</a:t>
            </a:r>
            <a:r>
              <a:rPr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（包括直接获益和间接获益）</a:t>
            </a:r>
            <a:endParaRPr sz="18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defTabSz="914400">
              <a:lnSpc>
                <a:spcPct val="200000"/>
              </a:lnSpc>
              <a:buClrTx/>
              <a:buSzTx/>
              <a:buFont typeface="+mj-lt"/>
              <a:buNone/>
              <a:defRPr/>
            </a:pPr>
            <a:r>
              <a:rPr lang="zh-CN" altLang="en-US" sz="1800" b="1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</a:t>
            </a:r>
            <a:r>
              <a:rPr lang="zh-CN" altLang="en-US" sz="1800" b="1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参加临床研究预期的花费</a:t>
            </a:r>
            <a:r>
              <a:rPr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（需详细阐明哪些试验用药、器械、检查、护理费用和常规用药、器械、检查、护理费用</a:t>
            </a:r>
            <a:r>
              <a:rPr lang="zh-CN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由谁承担</a:t>
            </a:r>
            <a:r>
              <a:rPr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。如果参加本研究给受试者带来潜在的额外花费（对这些花费他们也不会得到补偿），请务必在此部分阐明</a:t>
            </a:r>
            <a:r>
              <a:rPr lang="zh-CN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zh-CN" sz="18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defTabSz="914400">
              <a:lnSpc>
                <a:spcPct val="200000"/>
              </a:lnSpc>
              <a:buClrTx/>
              <a:buSzTx/>
              <a:buFont typeface="+mj-lt"/>
              <a:buNone/>
              <a:defRPr/>
            </a:pPr>
            <a:r>
              <a:rPr lang="zh-CN" altLang="en-US" sz="1800" b="1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7.参加临床研究可能获得的补偿</a:t>
            </a:r>
            <a:endParaRPr lang="zh-CN" altLang="en-US" sz="1800" b="1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defTabSz="914400">
              <a:lnSpc>
                <a:spcPct val="200000"/>
              </a:lnSpc>
              <a:buClrTx/>
              <a:buSzTx/>
              <a:buFont typeface="+mj-lt"/>
              <a:buNone/>
              <a:defRPr/>
            </a:pPr>
            <a:r>
              <a:rPr lang="en-US" altLang="zh-CN" sz="1800" b="1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8.</a:t>
            </a:r>
            <a:r>
              <a:rPr lang="zh-CN" altLang="en-US" sz="1800" b="1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发生损伤后的补偿/赔偿</a:t>
            </a:r>
            <a:r>
              <a:rPr lang="zh-CN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（如果发生与该项研究相关的损伤，您可以获得由</a:t>
            </a:r>
            <a:r>
              <a:rPr lang="zh-CN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谁提供提供的免费治疗，并按中国有关法律进行补偿/赔偿。如果有购买保险，请将保险的基本情况告知，保险覆盖不了的范围，请明确由</a:t>
            </a:r>
            <a:r>
              <a:rPr lang="zh-CN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谁承担补偿/赔偿）</a:t>
            </a:r>
            <a:endParaRPr lang="zh-CN" sz="18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defTabSz="914400">
              <a:lnSpc>
                <a:spcPct val="200000"/>
              </a:lnSpc>
              <a:buClrTx/>
              <a:buSzTx/>
              <a:buFont typeface="+mj-lt"/>
              <a:buNone/>
              <a:defRPr/>
            </a:pPr>
            <a:r>
              <a:rPr lang="en-US" altLang="zh-CN" sz="1800" b="1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9.隐私保护（个人信息保密）</a:t>
            </a:r>
            <a:r>
              <a:rPr lang="zh-CN" altLang="en-US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（如有）</a:t>
            </a:r>
            <a:endParaRPr lang="zh-CN" altLang="en-US" sz="1800" b="1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defTabSz="914400">
              <a:lnSpc>
                <a:spcPct val="200000"/>
              </a:lnSpc>
              <a:buClrTx/>
              <a:buSzTx/>
              <a:buFont typeface="+mj-lt"/>
              <a:buNone/>
              <a:defRPr/>
            </a:pPr>
            <a:r>
              <a:rPr lang="zh-CN" altLang="en-US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（根据项目实际内容，自己把握内容；可以增加页数，建议</a:t>
            </a:r>
            <a:r>
              <a:rPr lang="en-US" altLang="zh-CN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至</a:t>
            </a:r>
            <a:r>
              <a:rPr lang="en-US" altLang="zh-CN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页）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indent="0" algn="l" defTabSz="914400">
              <a:lnSpc>
                <a:spcPct val="200000"/>
              </a:lnSpc>
              <a:buClrTx/>
              <a:buSzTx/>
              <a:buFont typeface="+mj-lt"/>
              <a:buNone/>
              <a:defRPr/>
            </a:pPr>
            <a:endParaRPr lang="zh-CN" altLang="en-US" sz="1800" b="1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defTabSz="914400">
              <a:lnSpc>
                <a:spcPct val="200000"/>
              </a:lnSpc>
              <a:buClrTx/>
              <a:buSzTx/>
              <a:buFont typeface="+mj-lt"/>
              <a:buNone/>
              <a:defRPr/>
            </a:pPr>
            <a:endParaRPr lang="zh-CN" altLang="en-US" sz="1800" b="1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defTabSz="914400">
              <a:lnSpc>
                <a:spcPct val="200000"/>
              </a:lnSpc>
              <a:buClrTx/>
              <a:buSzTx/>
              <a:buFont typeface="+mj-lt"/>
              <a:buNone/>
              <a:defRPr/>
            </a:pPr>
            <a:endParaRPr lang="zh-CN" altLang="en-US" sz="1800" b="1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 defTabSz="914400">
              <a:lnSpc>
                <a:spcPct val="200000"/>
              </a:lnSpc>
              <a:buClrTx/>
              <a:buSzTx/>
              <a:buFont typeface="+mj-lt"/>
              <a:buAutoNum type="arabicPeriod"/>
              <a:defRPr/>
            </a:pPr>
            <a:endParaRPr lang="zh-CN" sz="18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defTabSz="914400">
              <a:lnSpc>
                <a:spcPct val="200000"/>
              </a:lnSpc>
              <a:buClrTx/>
              <a:buSzTx/>
              <a:buFont typeface="+mj-lt"/>
              <a:buNone/>
              <a:defRPr/>
            </a:pPr>
            <a:endParaRPr sz="18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l" defTabSz="914400">
              <a:lnSpc>
                <a:spcPct val="200000"/>
              </a:lnSpc>
              <a:buClrTx/>
              <a:buSzTx/>
              <a:buFont typeface="+mj-lt"/>
              <a:buAutoNum type="arabicPeriod"/>
              <a:defRPr/>
            </a:pPr>
            <a:endParaRPr lang="zh-CN" altLang="en-US" sz="1800" b="1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Text Box 7"/>
          <p:cNvSpPr txBox="1"/>
          <p:nvPr/>
        </p:nvSpPr>
        <p:spPr>
          <a:xfrm>
            <a:off x="107950" y="11430"/>
            <a:ext cx="820864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dist">
              <a:spcBef>
                <a:spcPct val="50000"/>
              </a:spcBef>
              <a:buFontTx/>
              <a:buNone/>
            </a:pPr>
            <a:r>
              <a:rPr lang="zh-CN" altLang="en-US" sz="3600" b="1" dirty="0">
                <a:solidFill>
                  <a:schemeClr val="bg1"/>
                </a:solidFill>
                <a:ea typeface="微软雅黑" panose="020B0503020204020204" pitchFamily="34" charset="-122"/>
                <a:sym typeface="+mn-ea"/>
              </a:rPr>
              <a:t>知情内容</a:t>
            </a:r>
            <a:r>
              <a:rPr lang="zh-CN" altLang="en-US" sz="36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（需与知情同意书内容一致）</a:t>
            </a:r>
            <a:endParaRPr lang="zh-CN" altLang="en-US" sz="36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标题 2"/>
          <p:cNvSpPr>
            <a:spLocks noGrp="1"/>
          </p:cNvSpPr>
          <p:nvPr>
            <p:ph type="title"/>
          </p:nvPr>
        </p:nvSpPr>
        <p:spPr>
          <a:xfrm>
            <a:off x="35560" y="116840"/>
            <a:ext cx="8514715" cy="554990"/>
          </a:xfrm>
        </p:spPr>
        <p:txBody>
          <a:bodyPr vert="horz" wrap="square" lIns="68591" tIns="34295" rIns="68591" bIns="34295" anchor="ctr" anchorCtr="0"/>
          <a:p>
            <a:pPr algn="dist" defTabSz="914400">
              <a:spcBef>
                <a:spcPct val="50000"/>
              </a:spcBef>
              <a:buClrTx/>
              <a:buSzTx/>
              <a:buFontTx/>
            </a:pPr>
            <a:r>
              <a:rPr lang="zh-CN" altLang="en-US" sz="3600" b="1" dirty="0">
                <a:solidFill>
                  <a:schemeClr val="bg1"/>
                </a:solidFill>
                <a:latin typeface="+mn-lt"/>
                <a:ea typeface="微软雅黑" panose="020B0503020204020204" pitchFamily="34" charset="-122"/>
                <a:cs typeface="+mn-cs"/>
              </a:rPr>
              <a:t>知情内容（弱势群体，如不涉及可删除）</a:t>
            </a:r>
            <a:endParaRPr lang="zh-CN" altLang="en-US" sz="3600" b="1" dirty="0">
              <a:solidFill>
                <a:schemeClr val="bg1"/>
              </a:solidFill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7360" y="1700213"/>
            <a:ext cx="7458075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Tx/>
              <a:buFont typeface="Wingdings" panose="05000000000000000000" pitchFamily="2" charset="2"/>
              <a:defRPr/>
            </a:pPr>
            <a:r>
              <a:rPr kumimoji="0" lang="en-US" altLang="zh-CN" sz="1800" b="1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kumimoji="0" lang="zh-CN" altLang="en-US" sz="1800" b="1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是否涉及弱势群体：</a:t>
            </a:r>
            <a:endParaRPr kumimoji="0" lang="zh-CN" altLang="en-US" sz="1800" b="1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Tx/>
              <a:buFont typeface="Wingdings" panose="05000000000000000000" pitchFamily="2" charset="2"/>
              <a:defRPr/>
            </a:pPr>
            <a:r>
              <a:rPr kumimoji="0" lang="en-US" altLang="zh-CN" sz="1800" b="1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</a:t>
            </a:r>
            <a:r>
              <a:rPr kumimoji="0" lang="zh-CN" altLang="en-US" sz="1800" b="1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涉及种类：</a:t>
            </a:r>
            <a:endParaRPr kumimoji="0" lang="zh-CN" altLang="en-US" sz="1800" b="1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Tx/>
              <a:buFont typeface="Wingdings" panose="05000000000000000000" pitchFamily="2" charset="2"/>
              <a:defRPr/>
            </a:pPr>
            <a:r>
              <a:rPr kumimoji="0" lang="en-US" altLang="zh-CN" sz="1800" b="1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</a:t>
            </a:r>
            <a:r>
              <a:rPr kumimoji="0" lang="zh-CN" altLang="en-US" sz="1800" b="1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必须纳入原因：</a:t>
            </a:r>
            <a:endParaRPr kumimoji="0" lang="zh-CN" altLang="en-US" sz="1800" b="1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Tx/>
              <a:buFont typeface="Wingdings" panose="05000000000000000000" pitchFamily="2" charset="2"/>
              <a:defRPr/>
            </a:pPr>
            <a:r>
              <a:rPr kumimoji="0" lang="en-US" altLang="zh-CN" sz="1800" b="1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</a:t>
            </a:r>
            <a:r>
              <a:rPr kumimoji="0" lang="zh-CN" altLang="en-US" sz="1800" b="1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保护措施：</a:t>
            </a:r>
            <a:endParaRPr kumimoji="0" lang="zh-CN" altLang="en-US" sz="1800" b="1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Tx/>
              <a:buFont typeface="Wingdings" panose="05000000000000000000" pitchFamily="2" charset="2"/>
              <a:defRPr/>
            </a:pPr>
            <a:r>
              <a:rPr kumimoji="0" lang="en-US" altLang="zh-CN" sz="1800" b="1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5.</a:t>
            </a:r>
            <a:r>
              <a:rPr kumimoji="0" lang="zh-CN" altLang="en-US" sz="1800" b="1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知情同意的签署要求等：</a:t>
            </a:r>
            <a:endParaRPr kumimoji="0" lang="zh-CN" altLang="en-US" sz="1800" b="1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Text Box 7"/>
          <p:cNvSpPr txBox="1"/>
          <p:nvPr/>
        </p:nvSpPr>
        <p:spPr>
          <a:xfrm>
            <a:off x="0" y="0"/>
            <a:ext cx="911733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>
              <a:spcBef>
                <a:spcPts val="0"/>
              </a:spcBef>
              <a:buFontTx/>
              <a:buNone/>
            </a:pPr>
            <a:r>
              <a:rPr lang="zh-CN" altLang="en-US" sz="3600" b="1" dirty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受试者招募（如不涉及可删除</a:t>
            </a:r>
            <a:r>
              <a:rPr lang="en-US" altLang="zh-CN" sz="3600" b="1" dirty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)</a:t>
            </a:r>
            <a:endParaRPr lang="en-US" altLang="zh-CN" sz="3600" b="1" dirty="0">
              <a:solidFill>
                <a:schemeClr val="bg1"/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7360" y="1268730"/>
            <a:ext cx="7432675" cy="13766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en-US" altLang="zh-CN" sz="1800" b="1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 sz="1800" b="1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受试者招募方式</a:t>
            </a:r>
            <a:endParaRPr lang="zh-CN" altLang="en-US" sz="1800" b="1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b="1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 sz="1800" b="1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招募广告内容</a:t>
            </a:r>
            <a:endParaRPr lang="zh-CN" altLang="en-US" sz="1800" b="1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1800" b="1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84213" y="2492375"/>
            <a:ext cx="8072438" cy="11525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谢 谢！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34819" name="Picture 6" descr="C:\Users\YJX\Desktop\广医一院logo（去空格）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2400"/>
            <a:ext cx="3779838" cy="577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PP_MARK_KEY" val="23ce1bd1-086c-4185-915c-36c7376d3a9c"/>
  <p:tag name="COMMONDATA" val="eyJoZGlkIjoiODc0NjY5OGU3MTVlMGYzZWFkZGFiZDY2MGIzY2RlOWIifQ=="/>
  <p:tag name="commondata" val="eyJoZGlkIjoiODM2MDIzNDUyOWI3ZmI5MjAwMzQ3YTU0ZTczYzMyMjkifQ=="/>
  <p:tag name="resource_record_key" val="{&quot;29&quot;:[50000076]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</a:spPr>
      <a:bodyPr wrap="none">
        <a:spAutoFit/>
        <a:scene3d>
          <a:camera prst="orthographicFront"/>
          <a:lightRig rig="threePt" dir="t"/>
        </a:scene3d>
        <a:sp3d contourW="12700"/>
      </a:bodyPr>
      <a:lstStyle>
        <a:defPPr algn="ctr" eaLnBrk="1" hangingPunct="1">
          <a:lnSpc>
            <a:spcPct val="120000"/>
          </a:lnSpc>
          <a:defRPr sz="2800" b="1" dirty="0">
            <a:solidFill>
              <a:srgbClr val="00206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1382</Words>
  <Application>WPS 演示</Application>
  <PresentationFormat>全屏显示(4:3)</PresentationFormat>
  <Paragraphs>93</Paragraphs>
  <Slides>12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Calibri</vt:lpstr>
      <vt:lpstr>Century Gothic</vt:lpstr>
      <vt:lpstr>Times New Roman</vt:lpstr>
      <vt:lpstr>Arial Unicode MS</vt:lpstr>
      <vt:lpstr>Office 主题</vt:lpstr>
      <vt:lpstr>项目名称 （注意汇报时间限定在5分钟内！）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知情内容（弱势群体，如不涉及可删除）</vt:lpstr>
      <vt:lpstr>PowerPoint 演示文稿</vt:lpstr>
      <vt:lpstr>谢 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临床医学创新与转化</dc:title>
  <dc:creator>USER</dc:creator>
  <cp:lastModifiedBy>赵奇</cp:lastModifiedBy>
  <cp:revision>366</cp:revision>
  <dcterms:created xsi:type="dcterms:W3CDTF">2023-04-12T09:50:00Z</dcterms:created>
  <dcterms:modified xsi:type="dcterms:W3CDTF">2024-11-28T02:47:20Z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E7AEBEE93FB54344872128F3AA69537A_12</vt:lpwstr>
  </property>
  <property fmtid="{D5CDD505-2E9C-101B-9397-08002B2CF9AE}" pid="3" name="KSOProductBuildVer">
    <vt:lpwstr>2052-12.1.0.18912</vt:lpwstr>
  </property>
</Properties>
</file>